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2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3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4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5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6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7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8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9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10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11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notesSlides/notesSlide12.xml" ContentType="application/vnd.openxmlformats-officedocument.presentationml.notesSlide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notesSlides/notesSlide13.xml" ContentType="application/vnd.openxmlformats-officedocument.presentationml.notesSlide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notesSlides/notesSlide14.xml" ContentType="application/vnd.openxmlformats-officedocument.presentationml.notesSlid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notesSlides/notesSlide15.xml" ContentType="application/vnd.openxmlformats-officedocument.presentationml.notesSlide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notesSlides/notesSlide16.xml" ContentType="application/vnd.openxmlformats-officedocument.presentationml.notesSlide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notesSlides/notesSlide17.xml" ContentType="application/vnd.openxmlformats-officedocument.presentationml.notesSlide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731" r:id="rId5"/>
    <p:sldId id="2997" r:id="rId6"/>
    <p:sldId id="2786" r:id="rId7"/>
    <p:sldId id="2983" r:id="rId8"/>
    <p:sldId id="3000" r:id="rId9"/>
    <p:sldId id="2984" r:id="rId10"/>
    <p:sldId id="3001" r:id="rId11"/>
    <p:sldId id="2981" r:id="rId12"/>
    <p:sldId id="3003" r:id="rId13"/>
    <p:sldId id="2727" r:id="rId14"/>
    <p:sldId id="3004" r:id="rId15"/>
    <p:sldId id="3008" r:id="rId16"/>
    <p:sldId id="3005" r:id="rId17"/>
    <p:sldId id="2762" r:id="rId18"/>
    <p:sldId id="3006" r:id="rId19"/>
    <p:sldId id="2797" r:id="rId20"/>
    <p:sldId id="3007" r:id="rId21"/>
    <p:sldId id="2985" r:id="rId22"/>
    <p:sldId id="2977" r:id="rId23"/>
    <p:sldId id="2816" r:id="rId24"/>
    <p:sldId id="2936" r:id="rId25"/>
    <p:sldId id="3009" r:id="rId26"/>
  </p:sldIdLst>
  <p:sldSz cx="12192000" cy="6858000"/>
  <p:notesSz cx="6858000" cy="9144000"/>
  <p:custDataLst>
    <p:tags r:id="rId29"/>
  </p:custDataLst>
  <p:defaultTextStyle>
    <a:defPPr>
      <a:defRPr lang="de-DE"/>
    </a:defPPr>
    <a:lvl1pPr marL="0" algn="l" defTabSz="914400" rtl="0" eaLnBrk="1" latinLnBrk="0" hangingPunct="1">
      <a:lnSpc>
        <a:spcPct val="110000"/>
      </a:lnSpc>
      <a:spcBef>
        <a:spcPts val="0"/>
      </a:spcBef>
      <a:spcAft>
        <a:spcPts val="600"/>
      </a:spcAft>
      <a:defRPr sz="1800" b="1" kern="1200">
        <a:solidFill>
          <a:schemeClr val="tx1"/>
        </a:solidFill>
        <a:latin typeface="+mn-lt"/>
        <a:ea typeface="+mn-ea"/>
        <a:cs typeface="+mn-cs"/>
      </a:defRPr>
    </a:lvl1pPr>
    <a:lvl2pPr marL="0" algn="l" defTabSz="914400" rtl="0" eaLnBrk="1" latinLnBrk="0" hangingPunct="1">
      <a:lnSpc>
        <a:spcPct val="110000"/>
      </a:lnSpc>
      <a:spcBef>
        <a:spcPts val="0"/>
      </a:spcBef>
      <a:spcAft>
        <a:spcPts val="600"/>
      </a:spcAft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200000" indent="-200000" algn="l" rtl="0" latinLnBrk="0" hangingPunct="1">
      <a:lnSpc>
        <a:spcPct val="110000"/>
      </a:lnSpc>
      <a:spcBef>
        <a:spcPts val="0"/>
      </a:spcBef>
      <a:spcAft>
        <a:spcPts val="600"/>
      </a:spcAft>
      <a:buSzPct val="10000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400000" indent="-200000" algn="l" rtl="0" latinLnBrk="0" hangingPunct="1">
      <a:lnSpc>
        <a:spcPct val="110000"/>
      </a:lnSpc>
      <a:spcBef>
        <a:spcPts val="0"/>
      </a:spcBef>
      <a:spcAft>
        <a:spcPts val="600"/>
      </a:spcAft>
      <a:buSzPct val="100000"/>
      <a:buChar char="−"/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600000" indent="-200000" algn="l" rtl="0" latinLnBrk="0" hangingPunct="1">
      <a:lnSpc>
        <a:spcPct val="110000"/>
      </a:lnSpc>
      <a:spcBef>
        <a:spcPts val="0"/>
      </a:spcBef>
      <a:spcAft>
        <a:spcPts val="600"/>
      </a:spcAft>
      <a:buSzPct val="100000"/>
      <a:buChar char="−"/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800000" indent="-200000" algn="l" rtl="0" latinLnBrk="0" hangingPunct="1">
      <a:lnSpc>
        <a:spcPct val="110000"/>
      </a:lnSpc>
      <a:spcBef>
        <a:spcPts val="0"/>
      </a:spcBef>
      <a:spcAft>
        <a:spcPts val="600"/>
      </a:spcAft>
      <a:buSzPct val="100000"/>
      <a:buChar char="−"/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800000" indent="-200000" algn="l" rtl="0" latinLnBrk="0" hangingPunct="1">
      <a:lnSpc>
        <a:spcPct val="110000"/>
      </a:lnSpc>
      <a:spcBef>
        <a:spcPts val="0"/>
      </a:spcBef>
      <a:spcAft>
        <a:spcPts val="600"/>
      </a:spcAft>
      <a:buSzPct val="100000"/>
      <a:buChar char="−"/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800000" indent="-200000" algn="l" rtl="0" latinLnBrk="0" hangingPunct="1">
      <a:lnSpc>
        <a:spcPct val="110000"/>
      </a:lnSpc>
      <a:spcBef>
        <a:spcPts val="0"/>
      </a:spcBef>
      <a:spcAft>
        <a:spcPts val="600"/>
      </a:spcAft>
      <a:buSzPct val="100000"/>
      <a:buChar char="−"/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800000" indent="-200000" algn="l" rtl="0" latinLnBrk="0" hangingPunct="1">
      <a:lnSpc>
        <a:spcPct val="110000"/>
      </a:lnSpc>
      <a:spcBef>
        <a:spcPts val="0"/>
      </a:spcBef>
      <a:spcAft>
        <a:spcPts val="600"/>
      </a:spcAft>
      <a:buSzPct val="100000"/>
      <a:buChar char="−"/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able of contents" id="{966AA8FA-B062-4D37-9E5A-D99073D29DF5}">
          <p14:sldIdLst/>
        </p14:section>
        <p14:section name="Guide" id="{EA9CAF1E-AEEB-4E1F-B61F-684CD552E97B}">
          <p14:sldIdLst/>
        </p14:section>
        <p14:section name="Master layouts &amp; styleguide" id="{A1EB5D1B-A410-456C-9244-7D619D052D5E}">
          <p14:sldIdLst>
            <p14:sldId id="2731"/>
            <p14:sldId id="2997"/>
            <p14:sldId id="2786"/>
            <p14:sldId id="2983"/>
            <p14:sldId id="3000"/>
            <p14:sldId id="2984"/>
            <p14:sldId id="3001"/>
            <p14:sldId id="2981"/>
            <p14:sldId id="3003"/>
            <p14:sldId id="2727"/>
            <p14:sldId id="3004"/>
            <p14:sldId id="3008"/>
            <p14:sldId id="3005"/>
            <p14:sldId id="2762"/>
            <p14:sldId id="3006"/>
            <p14:sldId id="2797"/>
            <p14:sldId id="3007"/>
            <p14:sldId id="2985"/>
            <p14:sldId id="2977"/>
            <p14:sldId id="2816"/>
            <p14:sldId id="2936"/>
            <p14:sldId id="3009"/>
          </p14:sldIdLst>
        </p14:section>
        <p14:section name="Slide library" id="{43C4712E-8A18-49C2-A0DA-529B378C1795}">
          <p14:sldIdLst/>
        </p14:section>
      </p14:sectionLst>
    </p:ext>
    <p:ext uri="{EFAFB233-063F-42B5-8137-9DF3F51BA10A}">
      <p15:sldGuideLst xmlns:p15="http://schemas.microsoft.com/office/powerpoint/2012/main">
        <p15:guide id="3" pos="1844" userDrawn="1">
          <p15:clr>
            <a:srgbClr val="A4A3A4"/>
          </p15:clr>
        </p15:guide>
        <p15:guide id="4" pos="2116" userDrawn="1">
          <p15:clr>
            <a:srgbClr val="A4A3A4"/>
          </p15:clr>
        </p15:guide>
        <p15:guide id="6" pos="2706" userDrawn="1">
          <p15:clr>
            <a:srgbClr val="A4A3A4"/>
          </p15:clr>
        </p15:guide>
        <p15:guide id="7" pos="3704" userDrawn="1">
          <p15:clr>
            <a:srgbClr val="A4A3A4"/>
          </p15:clr>
        </p15:guide>
        <p15:guide id="8" pos="3976" userDrawn="1">
          <p15:clr>
            <a:srgbClr val="A4A3A4"/>
          </p15:clr>
        </p15:guide>
        <p15:guide id="10" pos="5155" userDrawn="1">
          <p15:clr>
            <a:srgbClr val="A4A3A4"/>
          </p15:clr>
        </p15:guide>
        <p15:guide id="11" pos="5564" userDrawn="1">
          <p15:clr>
            <a:srgbClr val="A4A3A4"/>
          </p15:clr>
        </p15:guide>
        <p15:guide id="12" pos="5836" userDrawn="1">
          <p15:clr>
            <a:srgbClr val="A4A3A4"/>
          </p15:clr>
        </p15:guide>
        <p15:guide id="13" orient="horz" pos="709" userDrawn="1">
          <p15:clr>
            <a:srgbClr val="A4A3A4"/>
          </p15:clr>
        </p15:guide>
        <p15:guide id="17" pos="4974" userDrawn="1">
          <p15:clr>
            <a:srgbClr val="A4A3A4"/>
          </p15:clr>
        </p15:guide>
        <p15:guide id="19" pos="2525" userDrawn="1">
          <p15:clr>
            <a:srgbClr val="A4A3A4"/>
          </p15:clr>
        </p15:guide>
        <p15:guide id="2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ura Haink" initials="LH" lastIdx="20" clrIdx="0"/>
  <p:cmAuthor id="2" name="Timo Glosemeyer" initials="TG" lastIdx="37" clrIdx="1"/>
  <p:cmAuthor id="3" name="Anna Juettner" initials="AJ" lastIdx="2" clrIdx="2"/>
  <p:cmAuthor id="4" name="Cem Kadim" initials="CK" lastIdx="4" clrIdx="3">
    <p:extLst>
      <p:ext uri="{19B8F6BF-5375-455C-9EA6-DF929625EA0E}">
        <p15:presenceInfo xmlns:p15="http://schemas.microsoft.com/office/powerpoint/2012/main" userId="S-1-5-21-2900290652-3162160026-1438150922-173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2C4"/>
    <a:srgbClr val="BBDBFF"/>
    <a:srgbClr val="0050AA"/>
    <a:srgbClr val="407C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BBC1A34-13A9-4DB4-A9A0-74582BA47EF5}">
  <a:tblStyle styleId="{2BBC1A34-13A9-4DB4-A9A0-74582BA47EF5}" styleName="LIDL Tabe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chemeClr val="tx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lastCol>
      <a:tcTxStyle b="on">
        <a:fontRef idx="major">
          <a:prstClr val="black"/>
        </a:fontRef>
        <a:schemeClr val="tx1"/>
      </a:tcTxStyle>
      <a:tcStyle>
        <a:tcBdr/>
        <a:fill>
          <a:noFill/>
        </a:fill>
      </a:tcStyle>
    </a:lastCol>
    <a:firstCol>
      <a:tcTxStyle b="on">
        <a:fontRef idx="major">
          <a:prstClr val="black"/>
        </a:fontRef>
        <a:schemeClr val="tx1"/>
      </a:tcTxStyle>
      <a:tcStyle>
        <a:tcBdr/>
        <a:fill>
          <a:noFill/>
        </a:fill>
      </a:tcStyle>
    </a:firstCol>
    <a:lastRow>
      <a:tcTxStyle b="on">
        <a:fontRef idx="major">
          <a:prstClr val="black"/>
        </a:fontRef>
        <a:schemeClr val="tx1"/>
      </a:tcTxStyle>
      <a:tcStyle>
        <a:tcBdr>
          <a:top>
            <a:ln w="14050" cmpd="sng">
              <a:solidFill>
                <a:schemeClr val="tx1"/>
              </a:solidFill>
            </a:ln>
          </a:top>
          <a:bottom>
            <a:ln w="0" cmpd="sng">
              <a:solidFill>
                <a:schemeClr val="tx1"/>
              </a:solidFill>
            </a:ln>
          </a:bottom>
        </a:tcBdr>
        <a:fill>
          <a:noFill/>
        </a:fill>
      </a:tcStyle>
    </a:lastRow>
    <a:firstRow>
      <a:tcTxStyle b="on">
        <a:fontRef idx="major">
          <a:prstClr val="black"/>
        </a:fontRef>
        <a:schemeClr val="tx1"/>
      </a:tcTxStyle>
      <a:tcStyle>
        <a:tcBdr>
          <a:bottom>
            <a:ln w="14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4" autoAdjust="0"/>
    <p:restoredTop sz="93766" autoAdjust="0"/>
  </p:normalViewPr>
  <p:slideViewPr>
    <p:cSldViewPr showGuides="1">
      <p:cViewPr varScale="1">
        <p:scale>
          <a:sx n="111" d="100"/>
          <a:sy n="111" d="100"/>
        </p:scale>
        <p:origin x="420" y="96"/>
      </p:cViewPr>
      <p:guideLst>
        <p:guide pos="1844"/>
        <p:guide pos="2116"/>
        <p:guide pos="2706"/>
        <p:guide pos="3704"/>
        <p:guide pos="3976"/>
        <p:guide pos="5155"/>
        <p:guide pos="5564"/>
        <p:guide pos="5836"/>
        <p:guide orient="horz" pos="709"/>
        <p:guide pos="4974"/>
        <p:guide pos="2525"/>
        <p:guide pos="3840"/>
      </p:guideLst>
    </p:cSldViewPr>
  </p:slideViewPr>
  <p:outlineViewPr>
    <p:cViewPr>
      <p:scale>
        <a:sx n="33" d="100"/>
        <a:sy n="33" d="100"/>
      </p:scale>
      <p:origin x="0" y="-31254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>
        <p:scale>
          <a:sx n="80" d="100"/>
          <a:sy n="80" d="100"/>
        </p:scale>
        <p:origin x="391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commentAuthors" Target="commentAuthor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51520"/>
            <a:ext cx="29718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/>
            </a:lvl1pPr>
          </a:lstStyle>
          <a:p>
            <a:endParaRPr lang="de-DE" sz="1000"/>
          </a:p>
        </p:txBody>
      </p:sp>
      <p:sp>
        <p:nvSpPr>
          <p:cNvPr id="10" name="Datumsplatzhalter 3"/>
          <p:cNvSpPr>
            <a:spLocks noGrp="1"/>
          </p:cNvSpPr>
          <p:nvPr>
            <p:ph type="dt" sz="half" idx="1"/>
          </p:nvPr>
        </p:nvSpPr>
        <p:spPr bwMode="gray">
          <a:xfrm>
            <a:off x="836792" y="8748480"/>
            <a:ext cx="720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606352C4-00F2-4378-880D-566B190ADEE4}" type="datetime1">
              <a:rPr lang="de-DE" sz="1000" smtClean="0"/>
              <a:pPr/>
              <a:t>17.08.2026</a:t>
            </a:fld>
            <a:endParaRPr lang="de-DE" sz="1000"/>
          </a:p>
        </p:txBody>
      </p:sp>
      <p:sp>
        <p:nvSpPr>
          <p:cNvPr id="11" name="Fußzeilenplatzhalter 4"/>
          <p:cNvSpPr>
            <a:spLocks noGrp="1"/>
          </p:cNvSpPr>
          <p:nvPr>
            <p:ph type="ftr" sz="quarter" idx="2"/>
          </p:nvPr>
        </p:nvSpPr>
        <p:spPr bwMode="gray">
          <a:xfrm>
            <a:off x="1629152" y="8748480"/>
            <a:ext cx="4320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de-DE" sz="1000"/>
              <a:t>Titel1 der Präsentation</a:t>
            </a:r>
          </a:p>
        </p:txBody>
      </p:sp>
      <p:sp>
        <p:nvSpPr>
          <p:cNvPr id="12" name="Foliennummernplatzhalter 5"/>
          <p:cNvSpPr>
            <a:spLocks noGrp="1"/>
          </p:cNvSpPr>
          <p:nvPr>
            <p:ph type="sldNum" sz="quarter" idx="3"/>
          </p:nvPr>
        </p:nvSpPr>
        <p:spPr bwMode="gray">
          <a:xfrm>
            <a:off x="477056" y="8748480"/>
            <a:ext cx="287648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8FF9B0DE-3FEB-4AA0-B465-B80EF7C1333D}" type="slidenum">
              <a:rPr lang="de-DE" sz="1000" smtClean="0"/>
              <a:pPr/>
              <a:t>‹#›</a:t>
            </a:fld>
            <a:endParaRPr lang="de-DE" sz="100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100DC1A3-38F4-4091-95C5-EC9F6E78B3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3337" y="8532456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86119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pos="302" userDrawn="1">
          <p15:clr>
            <a:srgbClr val="F26B43"/>
          </p15:clr>
        </p15:guide>
        <p15:guide id="2" pos="402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3179763" y="684213"/>
            <a:ext cx="3200400" cy="180022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 bwMode="gray">
          <a:xfrm>
            <a:off x="476672" y="2771784"/>
            <a:ext cx="5904000" cy="5472168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12" name="Kopfzeilenplatzhalter 1"/>
          <p:cNvSpPr>
            <a:spLocks noGrp="1"/>
          </p:cNvSpPr>
          <p:nvPr>
            <p:ph type="hdr" sz="quarter"/>
          </p:nvPr>
        </p:nvSpPr>
        <p:spPr bwMode="gray">
          <a:xfrm>
            <a:off x="476672" y="251520"/>
            <a:ext cx="29718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endParaRPr lang="de-DE" sz="1000"/>
          </a:p>
        </p:txBody>
      </p:sp>
      <p:sp>
        <p:nvSpPr>
          <p:cNvPr id="13" name="Datumsplatzhalter 3"/>
          <p:cNvSpPr>
            <a:spLocks noGrp="1"/>
          </p:cNvSpPr>
          <p:nvPr>
            <p:ph type="dt" sz="half" idx="1"/>
          </p:nvPr>
        </p:nvSpPr>
        <p:spPr bwMode="gray">
          <a:xfrm>
            <a:off x="836792" y="8748480"/>
            <a:ext cx="720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606352C4-00F2-4378-880D-566B190ADEE4}" type="datetime1">
              <a:rPr lang="de-DE" sz="1000" smtClean="0"/>
              <a:pPr/>
              <a:t>17.08.2026</a:t>
            </a:fld>
            <a:endParaRPr lang="de-DE" sz="1000"/>
          </a:p>
        </p:txBody>
      </p:sp>
      <p:sp>
        <p:nvSpPr>
          <p:cNvPr id="14" name="Fußzeilenplatzhalter 4"/>
          <p:cNvSpPr>
            <a:spLocks noGrp="1"/>
          </p:cNvSpPr>
          <p:nvPr>
            <p:ph type="ftr" sz="quarter" idx="4"/>
          </p:nvPr>
        </p:nvSpPr>
        <p:spPr bwMode="gray">
          <a:xfrm>
            <a:off x="1629152" y="8748480"/>
            <a:ext cx="4320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 sz="1000"/>
              <a:t>Titel1 der Präsentation</a:t>
            </a:r>
          </a:p>
        </p:txBody>
      </p:sp>
      <p:sp>
        <p:nvSpPr>
          <p:cNvPr id="15" name="Foliennummernplatzhalter 5"/>
          <p:cNvSpPr>
            <a:spLocks noGrp="1"/>
          </p:cNvSpPr>
          <p:nvPr>
            <p:ph type="sldNum" sz="quarter" idx="5"/>
          </p:nvPr>
        </p:nvSpPr>
        <p:spPr bwMode="gray">
          <a:xfrm>
            <a:off x="477056" y="8748480"/>
            <a:ext cx="287648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8FF9B0DE-3FEB-4AA0-B465-B80EF7C1333D}" type="slidenum">
              <a:rPr lang="de-DE" sz="1000" smtClean="0"/>
              <a:pPr/>
              <a:t>‹#›</a:t>
            </a:fld>
            <a:endParaRPr lang="de-DE" sz="1000"/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F0B15FF4-5A8B-4F80-B8F7-8FCB3C15FF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3337" y="8532456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198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lnSpc>
        <a:spcPct val="110000"/>
      </a:lnSpc>
      <a:spcBef>
        <a:spcPts val="1200"/>
      </a:spcBef>
      <a:defRPr sz="1333" b="1" i="0" kern="1200">
        <a:solidFill>
          <a:schemeClr val="tx1"/>
        </a:solidFill>
        <a:latin typeface="Lidl Font Pro" panose="02000000000000000000" pitchFamily="2" charset="0"/>
        <a:ea typeface="+mn-ea"/>
        <a:cs typeface="+mn-cs"/>
      </a:defRPr>
    </a:lvl1pPr>
  </p:notesStyle>
  <p:extLst>
    <p:ext uri="{620B2872-D7B9-4A21-9093-7833F8D536E1}">
      <p15:sldGuideLst xmlns:p15="http://schemas.microsoft.com/office/powerpoint/2012/main">
        <p15:guide id="1" pos="302" userDrawn="1">
          <p15:clr>
            <a:srgbClr val="F26B43"/>
          </p15:clr>
        </p15:guide>
        <p15:guide id="2" pos="402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179763" y="684213"/>
            <a:ext cx="3200400" cy="18002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9B0DE-3FEB-4AA0-B465-B80EF7C1333D}" type="slidenum">
              <a:rPr lang="de-DE" sz="1000" smtClean="0"/>
              <a:pPr/>
              <a:t>1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996966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9B0DE-3FEB-4AA0-B465-B80EF7C1333D}" type="slidenum">
              <a:rPr lang="de-DE" sz="1000" smtClean="0"/>
              <a:pPr/>
              <a:t>3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188388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9B0DE-3FEB-4AA0-B465-B80EF7C1333D}" type="slidenum">
              <a:rPr lang="de-DE" sz="1000" smtClean="0"/>
              <a:pPr/>
              <a:t>4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6622415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818BC-FDB6-7999-1E6D-46DA53DDF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A4BDF8A-0B0D-E0FC-3069-FF9368A68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381E0A2-020F-C2D3-6C76-1488522165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69F1273-F1D3-106E-D6A4-F44DE6D69B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9B0DE-3FEB-4AA0-B465-B80EF7C1333D}" type="slidenum">
              <a:rPr lang="de-DE" sz="1000" smtClean="0"/>
              <a:pPr/>
              <a:t>5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34571358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9B0DE-3FEB-4AA0-B465-B80EF7C1333D}" type="slidenum">
              <a:rPr lang="de-DE" sz="1000" smtClean="0"/>
              <a:pPr/>
              <a:t>6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588939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A1590-CF19-2F4F-DD69-EEA16186E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EFFDBA0-101F-0496-A060-C705572F5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0A2F58A-F62D-69BF-A075-D2F5AF4D6C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4000BE-B46D-7AFE-A83A-119169F0E7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9B0DE-3FEB-4AA0-B465-B80EF7C1333D}" type="slidenum">
              <a:rPr lang="de-DE" sz="1000" smtClean="0"/>
              <a:pPr/>
              <a:t>7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5059139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9B0DE-3FEB-4AA0-B465-B80EF7C1333D}" type="slidenum">
              <a:rPr lang="de-DE" sz="1000" smtClean="0"/>
              <a:pPr/>
              <a:t>8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667377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DC3D6-3A2A-5CC9-01EF-957983F94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F4AACF8-E045-66B1-793D-F2170A69D8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A4EBD26-E952-6407-BB4D-F35797D89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B96911F-FAE9-268F-6050-704E0DC3C2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9B0DE-3FEB-4AA0-B465-B80EF7C1333D}" type="slidenum">
              <a:rPr lang="de-DE" sz="1000" smtClean="0"/>
              <a:pPr/>
              <a:t>9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38024385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179763" y="684213"/>
            <a:ext cx="3200400" cy="18002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85492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0157-C188-7D9E-093B-C6470CD8F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0151F0B-2AA1-8BDE-4418-FFF26BDD5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9772860-F122-70F0-7705-AA4CE3C44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CE3935D-4A04-2CF7-AF4B-E70B81C2F8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9B0DE-3FEB-4AA0-B465-B80EF7C1333D}" type="slidenum">
              <a:rPr lang="de-DE" sz="1000" smtClean="0"/>
              <a:pPr/>
              <a:t>11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41078344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75DD-9B7C-A6E4-B1E9-0904B6660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590091C-F6C1-3069-9381-499A2247E7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179763" y="684213"/>
            <a:ext cx="3200400" cy="1800225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0B82F3B-5272-E75B-F19F-D5932A120C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690778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2F9CA-0C6A-F1E6-FF27-7B58D9BB9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81E7793-AB71-DF65-98A1-B685FB00DC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481EA41-C79F-DF1F-F0C6-FAD86EFF4D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EB741CF-A042-BA98-185C-597352B0A4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9B0DE-3FEB-4AA0-B465-B80EF7C1333D}" type="slidenum">
              <a:rPr lang="de-DE" sz="1000" smtClean="0"/>
              <a:pPr/>
              <a:t>13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8382313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179763" y="684213"/>
            <a:ext cx="3200400" cy="18002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9B0DE-3FEB-4AA0-B465-B80EF7C1333D}" type="slidenum">
              <a:rPr lang="de-DE" sz="1000" smtClean="0"/>
              <a:pPr/>
              <a:t>14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36163705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D4349-E274-7D4F-78C2-F28A2CBD8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E46F944-3009-83EC-F36F-00C421E920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AE0D142-E3EE-4E4E-D75F-090D87993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2213987-557E-7767-5863-4F5DD286EF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9B0DE-3FEB-4AA0-B465-B80EF7C1333D}" type="slidenum">
              <a:rPr lang="de-DE" sz="1000" smtClean="0"/>
              <a:pPr/>
              <a:t>15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31017422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9B0DE-3FEB-4AA0-B465-B80EF7C1333D}" type="slidenum">
              <a:rPr lang="de-DE" sz="1000" smtClean="0"/>
              <a:pPr/>
              <a:t>16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8801192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1A70A-2632-F274-C59B-485E9ADEA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3BDC68F-6008-1A91-97CC-2E98B10BDE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27AB50E-7993-936D-5B0C-3086F6573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244DF50-4F47-28E1-957A-65FCB0BD9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9B0DE-3FEB-4AA0-B465-B80EF7C1333D}" type="slidenum">
              <a:rPr lang="de-DE" sz="1000" smtClean="0"/>
              <a:pPr/>
              <a:t>17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6215535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9B0DE-3FEB-4AA0-B465-B80EF7C1333D}" type="slidenum">
              <a:rPr lang="de-DE" sz="1000" smtClean="0"/>
              <a:pPr/>
              <a:t>18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4998796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179763" y="684213"/>
            <a:ext cx="3200400" cy="18002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9B0DE-3FEB-4AA0-B465-B80EF7C1333D}" type="slidenum">
              <a:rPr lang="de-DE" sz="1000" smtClean="0"/>
              <a:pPr/>
              <a:t>19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2908312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9B0DE-3FEB-4AA0-B465-B80EF7C1333D}" type="slidenum">
              <a:rPr lang="de-DE" sz="1000" smtClean="0"/>
              <a:pPr/>
              <a:t>20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065000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emf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2.emf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3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3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6.bin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7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6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A371E709-3B21-4C18-8A08-88D687D795E3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6FB9"/>
              </a:gs>
              <a:gs pos="60000">
                <a:srgbClr val="0050AA"/>
              </a:gs>
              <a:gs pos="100000">
                <a:srgbClr val="003565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89" dirty="0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1343472" y="1557339"/>
            <a:ext cx="8856000" cy="1655478"/>
          </a:xfrm>
        </p:spPr>
        <p:txBody>
          <a:bodyPr anchor="b"/>
          <a:lstStyle>
            <a:lvl1pPr algn="l">
              <a:lnSpc>
                <a:spcPct val="90000"/>
              </a:lnSpc>
              <a:spcBef>
                <a:spcPts val="0"/>
              </a:spcBef>
              <a:defRPr sz="48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                        (in 1-2 lines)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1343472" y="3357152"/>
            <a:ext cx="8856000" cy="14400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>
                <a:solidFill>
                  <a:schemeClr val="bg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>
                <a:solidFill>
                  <a:schemeClr val="bg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>
                <a:solidFill>
                  <a:schemeClr val="bg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>
                <a:solidFill>
                  <a:schemeClr val="bg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>
                <a:solidFill>
                  <a:schemeClr val="bg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>
                <a:solidFill>
                  <a:schemeClr val="bg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>
                <a:solidFill>
                  <a:schemeClr val="bg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de-DE" dirty="0" err="1"/>
              <a:t>Subtitle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br>
              <a:rPr lang="de-DE" dirty="0"/>
            </a:br>
            <a:r>
              <a:rPr lang="de-DE" dirty="0"/>
              <a:t>(in 1-2 </a:t>
            </a:r>
            <a:r>
              <a:rPr lang="de-DE" dirty="0" err="1"/>
              <a:t>lines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50" name="Textplatzhalter 9">
            <a:extLst>
              <a:ext uri="{FF2B5EF4-FFF2-40B4-BE49-F238E27FC236}">
                <a16:creationId xmlns:a16="http://schemas.microsoft.com/office/drawing/2014/main" id="{3656EE1D-B61E-47A5-9B5C-F55BD7EAF9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343472" y="5733296"/>
            <a:ext cx="6912018" cy="36000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bg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bg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bg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bg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bg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bg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Location, </a:t>
            </a:r>
            <a:r>
              <a:rPr lang="de-DE" dirty="0" err="1"/>
              <a:t>xx.month.xxxx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CC72B5D-EB52-4429-B211-425945C57B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745" y="5517336"/>
            <a:ext cx="937887" cy="9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1340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zum Druc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iekt 5" hidden="1">
            <a:extLst>
              <a:ext uri="{FF2B5EF4-FFF2-40B4-BE49-F238E27FC236}">
                <a16:creationId xmlns:a16="http://schemas.microsoft.com/office/drawing/2014/main" id="{4A7B0D83-8E0C-4C18-A552-73CED6AF29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7643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6" name="Obiekt 5" hidden="1">
                        <a:extLst>
                          <a:ext uri="{FF2B5EF4-FFF2-40B4-BE49-F238E27FC236}">
                            <a16:creationId xmlns:a16="http://schemas.microsoft.com/office/drawing/2014/main" id="{4A7B0D83-8E0C-4C18-A552-73CED6AF29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1343472" y="1557339"/>
            <a:ext cx="8856000" cy="1655478"/>
          </a:xfrm>
        </p:spPr>
        <p:txBody>
          <a:bodyPr vert="horz" anchor="b"/>
          <a:lstStyle>
            <a:lvl1pPr algn="l">
              <a:lnSpc>
                <a:spcPct val="90000"/>
              </a:lnSpc>
              <a:spcBef>
                <a:spcPts val="0"/>
              </a:spcBef>
              <a:defRPr sz="4800" b="1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title                        (in 1-2 lines)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1343472" y="3357152"/>
            <a:ext cx="8856000" cy="14400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e-DE" dirty="0" err="1"/>
              <a:t>Subtitle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br>
              <a:rPr lang="de-DE" dirty="0"/>
            </a:br>
            <a:r>
              <a:rPr lang="de-DE" dirty="0"/>
              <a:t>(in 1-2 </a:t>
            </a:r>
            <a:r>
              <a:rPr lang="de-DE" dirty="0" err="1"/>
              <a:t>lines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50" name="Textplatzhalter 9">
            <a:extLst>
              <a:ext uri="{FF2B5EF4-FFF2-40B4-BE49-F238E27FC236}">
                <a16:creationId xmlns:a16="http://schemas.microsoft.com/office/drawing/2014/main" id="{3656EE1D-B61E-47A5-9B5C-F55BD7EAF9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343472" y="5733296"/>
            <a:ext cx="6912018" cy="36000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Location, </a:t>
            </a:r>
            <a:r>
              <a:rPr lang="de-DE" dirty="0" err="1"/>
              <a:t>xx.month.xxxx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9C95B53-682B-42C7-87E1-07187144646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745" y="5517336"/>
            <a:ext cx="937887" cy="9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1141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A371E709-3B21-4C18-8A08-88D687D795E3}"/>
              </a:ext>
            </a:extLst>
          </p:cNvPr>
          <p:cNvSpPr/>
          <p:nvPr userDrawn="1"/>
        </p:nvSpPr>
        <p:spPr bwMode="gray">
          <a:xfrm>
            <a:off x="0" y="3356992"/>
            <a:ext cx="12192000" cy="3501008"/>
          </a:xfrm>
          <a:prstGeom prst="rect">
            <a:avLst/>
          </a:prstGeom>
          <a:gradFill flip="none" rotWithShape="1">
            <a:gsLst>
              <a:gs pos="0">
                <a:srgbClr val="006FB9"/>
              </a:gs>
              <a:gs pos="60000">
                <a:srgbClr val="0050AA"/>
              </a:gs>
              <a:gs pos="100000">
                <a:srgbClr val="003565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89" dirty="0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1343472" y="4077072"/>
            <a:ext cx="8856000" cy="576000"/>
          </a:xfrm>
        </p:spPr>
        <p:txBody>
          <a:bodyPr anchor="b"/>
          <a:lstStyle>
            <a:lvl1pPr algn="l">
              <a:lnSpc>
                <a:spcPct val="90000"/>
              </a:lnSpc>
              <a:spcBef>
                <a:spcPts val="0"/>
              </a:spcBef>
              <a:defRPr sz="48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 err="1"/>
              <a:t>Presentation</a:t>
            </a:r>
            <a:r>
              <a:rPr lang="de-DE" dirty="0"/>
              <a:t>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1343472" y="4725160"/>
            <a:ext cx="8856000" cy="7200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>
                <a:solidFill>
                  <a:schemeClr val="bg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>
                <a:solidFill>
                  <a:schemeClr val="bg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>
                <a:solidFill>
                  <a:schemeClr val="bg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>
                <a:solidFill>
                  <a:schemeClr val="bg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>
                <a:solidFill>
                  <a:schemeClr val="bg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>
                <a:solidFill>
                  <a:schemeClr val="bg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>
                <a:solidFill>
                  <a:schemeClr val="bg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de-DE" dirty="0" err="1"/>
              <a:t>Subtitle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br>
              <a:rPr lang="de-DE" dirty="0"/>
            </a:br>
            <a:r>
              <a:rPr lang="de-DE" dirty="0"/>
              <a:t>(in 1-2 </a:t>
            </a:r>
            <a:r>
              <a:rPr lang="de-DE" dirty="0" err="1"/>
              <a:t>lines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343472" y="5733296"/>
            <a:ext cx="6912018" cy="36000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bg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bg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bg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bg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bg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bg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Location, </a:t>
            </a:r>
            <a:r>
              <a:rPr lang="de-DE" dirty="0" err="1"/>
              <a:t>xx.month.xxxx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B0476DF1-9CDC-44D7-8634-DE84BA8EDCB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0" y="1"/>
            <a:ext cx="12192000" cy="3429000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30545FE-C70C-41B3-8699-36419E1D18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745" y="5517336"/>
            <a:ext cx="937887" cy="9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2884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Bild zum Druc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iekt 5" hidden="1">
            <a:extLst>
              <a:ext uri="{FF2B5EF4-FFF2-40B4-BE49-F238E27FC236}">
                <a16:creationId xmlns:a16="http://schemas.microsoft.com/office/drawing/2014/main" id="{0D220DD7-7D89-4F54-9A78-122077A9C1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66486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6" name="Obiekt 5" hidden="1">
                        <a:extLst>
                          <a:ext uri="{FF2B5EF4-FFF2-40B4-BE49-F238E27FC236}">
                            <a16:creationId xmlns:a16="http://schemas.microsoft.com/office/drawing/2014/main" id="{0D220DD7-7D89-4F54-9A78-122077A9C1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1343472" y="4077072"/>
            <a:ext cx="8856000" cy="576000"/>
          </a:xfrm>
        </p:spPr>
        <p:txBody>
          <a:bodyPr vert="horz" anchor="b"/>
          <a:lstStyle>
            <a:lvl1pPr algn="l">
              <a:lnSpc>
                <a:spcPct val="90000"/>
              </a:lnSpc>
              <a:spcBef>
                <a:spcPts val="0"/>
              </a:spcBef>
              <a:defRPr sz="4800" b="1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 dirty="0" err="1"/>
              <a:t>Presentation</a:t>
            </a:r>
            <a:r>
              <a:rPr lang="de-DE" dirty="0"/>
              <a:t>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1343472" y="4725160"/>
            <a:ext cx="8856000" cy="7200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e-DE" dirty="0" err="1"/>
              <a:t>Subtitle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br>
              <a:rPr lang="de-DE" dirty="0"/>
            </a:br>
            <a:r>
              <a:rPr lang="de-DE" dirty="0"/>
              <a:t>(in 1-2 </a:t>
            </a:r>
            <a:r>
              <a:rPr lang="de-DE" dirty="0" err="1"/>
              <a:t>lines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343472" y="5733296"/>
            <a:ext cx="6912018" cy="36000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Location, </a:t>
            </a:r>
            <a:r>
              <a:rPr lang="de-DE" dirty="0" err="1"/>
              <a:t>xx.month.xxxx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B0476DF1-9CDC-44D7-8634-DE84BA8EDCB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0" y="1"/>
            <a:ext cx="12192000" cy="3429000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D891D26-46ED-4182-9EED-C6651B17C92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745" y="5517336"/>
            <a:ext cx="937887" cy="9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9535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ein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8" y="6165328"/>
            <a:ext cx="11376000" cy="2160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 err="1"/>
              <a:t>Footnote</a:t>
            </a:r>
            <a:r>
              <a:rPr lang="de-DE" dirty="0"/>
              <a:t>/ source</a:t>
            </a:r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2" name="Titelplatzhalter 1">
            <a:extLst>
              <a:ext uri="{FF2B5EF4-FFF2-40B4-BE49-F238E27FC236}">
                <a16:creationId xmlns:a16="http://schemas.microsoft.com/office/drawing/2014/main" id="{3EBDBE0F-F52C-4A65-BFDE-28D54BBC01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7368" y="740776"/>
            <a:ext cx="11376000" cy="57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Add title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ED9C4342-429C-4718-91C2-3FD1BD4A9A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8632" y="404696"/>
            <a:ext cx="11376000" cy="288000"/>
          </a:xfrm>
        </p:spPr>
        <p:txBody>
          <a:bodyPr tIns="0" b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Addition to the slide title</a:t>
            </a:r>
          </a:p>
          <a:p>
            <a:pPr lvl="0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8E39D0B-1C52-4219-A4C5-3BA3C06246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368" y="1520788"/>
            <a:ext cx="576000" cy="576000"/>
          </a:xfrm>
        </p:spPr>
        <p:txBody>
          <a:bodyPr/>
          <a:lstStyle>
            <a:lvl1pPr>
              <a:spcAft>
                <a:spcPts val="0"/>
              </a:spcAft>
              <a:defRPr sz="2400"/>
            </a:lvl1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15" name="Symbol zastępczy tekstu 2">
            <a:extLst>
              <a:ext uri="{FF2B5EF4-FFF2-40B4-BE49-F238E27FC236}">
                <a16:creationId xmlns:a16="http://schemas.microsoft.com/office/drawing/2014/main" id="{C66FBA54-DA02-4D9A-A991-C7CA2B37F8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6723" y="2312940"/>
            <a:ext cx="576000" cy="576000"/>
          </a:xfrm>
        </p:spPr>
        <p:txBody>
          <a:bodyPr/>
          <a:lstStyle>
            <a:lvl1pPr>
              <a:spcAft>
                <a:spcPts val="0"/>
              </a:spcAft>
              <a:defRPr sz="2400"/>
            </a:lvl1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16" name="Symbol zastępczy tekstu 2">
            <a:extLst>
              <a:ext uri="{FF2B5EF4-FFF2-40B4-BE49-F238E27FC236}">
                <a16:creationId xmlns:a16="http://schemas.microsoft.com/office/drawing/2014/main" id="{3F338573-B2E3-4920-9CC7-DE173BAE7F9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368" y="3105028"/>
            <a:ext cx="576000" cy="576000"/>
          </a:xfrm>
        </p:spPr>
        <p:txBody>
          <a:bodyPr/>
          <a:lstStyle>
            <a:lvl1pPr>
              <a:spcAft>
                <a:spcPts val="0"/>
              </a:spcAft>
              <a:defRPr sz="2400"/>
            </a:lvl1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17" name="Symbol zastępczy tekstu 2">
            <a:extLst>
              <a:ext uri="{FF2B5EF4-FFF2-40B4-BE49-F238E27FC236}">
                <a16:creationId xmlns:a16="http://schemas.microsoft.com/office/drawing/2014/main" id="{024A7887-1F28-4B02-A601-318D1D0FBC6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368" y="3897116"/>
            <a:ext cx="576000" cy="576000"/>
          </a:xfrm>
        </p:spPr>
        <p:txBody>
          <a:bodyPr/>
          <a:lstStyle>
            <a:lvl1pPr>
              <a:spcAft>
                <a:spcPts val="0"/>
              </a:spcAft>
              <a:defRPr sz="2400"/>
            </a:lvl1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18" name="Symbol zastępczy tekstu 2">
            <a:extLst>
              <a:ext uri="{FF2B5EF4-FFF2-40B4-BE49-F238E27FC236}">
                <a16:creationId xmlns:a16="http://schemas.microsoft.com/office/drawing/2014/main" id="{2603ECC3-DCAB-40EC-90CE-A360637028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7368" y="4689204"/>
            <a:ext cx="576000" cy="576000"/>
          </a:xfrm>
        </p:spPr>
        <p:txBody>
          <a:bodyPr/>
          <a:lstStyle>
            <a:lvl1pPr>
              <a:spcAft>
                <a:spcPts val="0"/>
              </a:spcAft>
              <a:defRPr sz="2400"/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19" name="Symbol zastępczy tekstu 2">
            <a:extLst>
              <a:ext uri="{FF2B5EF4-FFF2-40B4-BE49-F238E27FC236}">
                <a16:creationId xmlns:a16="http://schemas.microsoft.com/office/drawing/2014/main" id="{9CA4ED02-E7A4-4F72-9352-D95AB1314AB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7368" y="5481292"/>
            <a:ext cx="576000" cy="576000"/>
          </a:xfrm>
        </p:spPr>
        <p:txBody>
          <a:bodyPr/>
          <a:lstStyle>
            <a:lvl1pPr>
              <a:spcAft>
                <a:spcPts val="0"/>
              </a:spcAft>
              <a:defRPr sz="2400"/>
            </a:lvl1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20" name="Symbol zastępczy tekstu 2">
            <a:extLst>
              <a:ext uri="{FF2B5EF4-FFF2-40B4-BE49-F238E27FC236}">
                <a16:creationId xmlns:a16="http://schemas.microsoft.com/office/drawing/2014/main" id="{30E3E7CD-8D3B-4518-82EB-DBA4D20F41C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56085" y="1520788"/>
            <a:ext cx="10728000" cy="576000"/>
          </a:xfrm>
        </p:spPr>
        <p:txBody>
          <a:bodyPr/>
          <a:lstStyle>
            <a:lvl1pPr>
              <a:spcAft>
                <a:spcPts val="0"/>
              </a:spcAft>
              <a:defRPr sz="2400" b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</p:txBody>
      </p:sp>
      <p:sp>
        <p:nvSpPr>
          <p:cNvPr id="21" name="Symbol zastępczy tekstu 2">
            <a:extLst>
              <a:ext uri="{FF2B5EF4-FFF2-40B4-BE49-F238E27FC236}">
                <a16:creationId xmlns:a16="http://schemas.microsoft.com/office/drawing/2014/main" id="{BB058CB8-845E-4715-901A-A96D17FAC8E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55440" y="2312940"/>
            <a:ext cx="10728000" cy="576000"/>
          </a:xfrm>
        </p:spPr>
        <p:txBody>
          <a:bodyPr/>
          <a:lstStyle>
            <a:lvl1pPr>
              <a:spcAft>
                <a:spcPts val="0"/>
              </a:spcAft>
              <a:defRPr sz="2400" b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</p:txBody>
      </p:sp>
      <p:sp>
        <p:nvSpPr>
          <p:cNvPr id="22" name="Symbol zastępczy tekstu 2">
            <a:extLst>
              <a:ext uri="{FF2B5EF4-FFF2-40B4-BE49-F238E27FC236}">
                <a16:creationId xmlns:a16="http://schemas.microsoft.com/office/drawing/2014/main" id="{31E05F14-8EB7-42D4-8828-79EF4F8C8A6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56085" y="3105028"/>
            <a:ext cx="10728000" cy="576000"/>
          </a:xfrm>
        </p:spPr>
        <p:txBody>
          <a:bodyPr/>
          <a:lstStyle>
            <a:lvl1pPr>
              <a:spcAft>
                <a:spcPts val="0"/>
              </a:spcAft>
              <a:defRPr sz="2400" b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</p:txBody>
      </p:sp>
      <p:sp>
        <p:nvSpPr>
          <p:cNvPr id="23" name="Symbol zastępczy tekstu 2">
            <a:extLst>
              <a:ext uri="{FF2B5EF4-FFF2-40B4-BE49-F238E27FC236}">
                <a16:creationId xmlns:a16="http://schemas.microsoft.com/office/drawing/2014/main" id="{31AE3CDC-9DCC-4936-8F1B-6CC168383A2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56085" y="3897116"/>
            <a:ext cx="10728000" cy="576000"/>
          </a:xfrm>
        </p:spPr>
        <p:txBody>
          <a:bodyPr/>
          <a:lstStyle>
            <a:lvl1pPr>
              <a:spcAft>
                <a:spcPts val="0"/>
              </a:spcAft>
              <a:defRPr sz="2400" b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</p:txBody>
      </p:sp>
      <p:sp>
        <p:nvSpPr>
          <p:cNvPr id="24" name="Symbol zastępczy tekstu 2">
            <a:extLst>
              <a:ext uri="{FF2B5EF4-FFF2-40B4-BE49-F238E27FC236}">
                <a16:creationId xmlns:a16="http://schemas.microsoft.com/office/drawing/2014/main" id="{61F9105D-D12A-4295-81A9-CF18E5F690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56085" y="4689204"/>
            <a:ext cx="10728000" cy="576000"/>
          </a:xfrm>
        </p:spPr>
        <p:txBody>
          <a:bodyPr/>
          <a:lstStyle>
            <a:lvl1pPr>
              <a:spcAft>
                <a:spcPts val="0"/>
              </a:spcAft>
              <a:defRPr sz="2400" b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</p:txBody>
      </p:sp>
      <p:sp>
        <p:nvSpPr>
          <p:cNvPr id="25" name="Symbol zastępczy tekstu 2">
            <a:extLst>
              <a:ext uri="{FF2B5EF4-FFF2-40B4-BE49-F238E27FC236}">
                <a16:creationId xmlns:a16="http://schemas.microsoft.com/office/drawing/2014/main" id="{99FA460E-8F7C-4F14-9897-889DCBFB8FA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56085" y="5481228"/>
            <a:ext cx="10728000" cy="576000"/>
          </a:xfrm>
        </p:spPr>
        <p:txBody>
          <a:bodyPr/>
          <a:lstStyle>
            <a:lvl1pPr>
              <a:spcAft>
                <a:spcPts val="0"/>
              </a:spcAft>
              <a:defRPr sz="2400" b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11656CC-B740-40B2-BF86-0F1C567F7B28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pPr algn="l"/>
            <a:r>
              <a:rPr lang="de-DE" dirty="0"/>
              <a:t>X. </a:t>
            </a:r>
            <a:r>
              <a:rPr lang="de-DE" dirty="0" err="1"/>
              <a:t>month</a:t>
            </a:r>
            <a:r>
              <a:rPr lang="de-DE" dirty="0"/>
              <a:t> 202X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3D280A6-24DF-40A4-8E35-928172BDC4E8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de-DE" dirty="0"/>
              <a:t>PowerPoint Master</a:t>
            </a:r>
            <a:endParaRPr lang="de-DE" b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62EBAF2-0ED0-4401-98FE-0538FEC8A3F7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8CFDFCC3-8B40-4EE5-B231-005F2F1C6A68}" type="slidenum">
              <a:rPr lang="de-DE" smtClean="0"/>
              <a:pPr algn="r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89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793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8" y="6165328"/>
            <a:ext cx="11376000" cy="2160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 err="1"/>
              <a:t>Footnote</a:t>
            </a:r>
            <a:r>
              <a:rPr lang="de-DE" dirty="0"/>
              <a:t>/ source</a:t>
            </a:r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2" name="Titelplatzhalter 1">
            <a:extLst>
              <a:ext uri="{FF2B5EF4-FFF2-40B4-BE49-F238E27FC236}">
                <a16:creationId xmlns:a16="http://schemas.microsoft.com/office/drawing/2014/main" id="{3EBDBE0F-F52C-4A65-BFDE-28D54BBC01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7368" y="740776"/>
            <a:ext cx="11376000" cy="57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Add title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ED9C4342-429C-4718-91C2-3FD1BD4A9A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8632" y="404696"/>
            <a:ext cx="11376000" cy="288000"/>
          </a:xfrm>
        </p:spPr>
        <p:txBody>
          <a:bodyPr tIns="0" b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Addition to the slide title</a:t>
            </a:r>
          </a:p>
          <a:p>
            <a:pPr lvl="0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8" name="Symbol zastępczy daty 7">
            <a:extLst>
              <a:ext uri="{FF2B5EF4-FFF2-40B4-BE49-F238E27FC236}">
                <a16:creationId xmlns:a16="http://schemas.microsoft.com/office/drawing/2014/main" id="{C204B1AB-3245-49E5-A127-014AEAC61F6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 algn="r"/>
            <a:r>
              <a:rPr lang="de-DE" dirty="0"/>
              <a:t>X. </a:t>
            </a:r>
            <a:r>
              <a:rPr lang="de-DE" dirty="0" err="1"/>
              <a:t>month</a:t>
            </a:r>
            <a:r>
              <a:rPr lang="de-DE" dirty="0"/>
              <a:t> 202X</a:t>
            </a:r>
          </a:p>
        </p:txBody>
      </p:sp>
      <p:sp>
        <p:nvSpPr>
          <p:cNvPr id="9" name="Symbol zastępczy stopki 8">
            <a:extLst>
              <a:ext uri="{FF2B5EF4-FFF2-40B4-BE49-F238E27FC236}">
                <a16:creationId xmlns:a16="http://schemas.microsoft.com/office/drawing/2014/main" id="{E9945776-74E6-4B6A-8220-094828B4ED3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PowerPoint Master</a:t>
            </a:r>
          </a:p>
        </p:txBody>
      </p:sp>
      <p:sp>
        <p:nvSpPr>
          <p:cNvPr id="11" name="Symbol zastępczy numeru slajdu 10">
            <a:extLst>
              <a:ext uri="{FF2B5EF4-FFF2-40B4-BE49-F238E27FC236}">
                <a16:creationId xmlns:a16="http://schemas.microsoft.com/office/drawing/2014/main" id="{1983C97C-1699-434E-88A0-1FE9DAC0309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CFDFCC3-8B40-4EE5-B231-005F2F1C6A6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Symbol zastępczy tekstu 2">
            <a:extLst>
              <a:ext uri="{FF2B5EF4-FFF2-40B4-BE49-F238E27FC236}">
                <a16:creationId xmlns:a16="http://schemas.microsoft.com/office/drawing/2014/main" id="{AF207A56-7104-41FC-A9EE-BC6FA7982A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368" y="1520788"/>
            <a:ext cx="576000" cy="576000"/>
          </a:xfrm>
        </p:spPr>
        <p:txBody>
          <a:bodyPr/>
          <a:lstStyle>
            <a:lvl1pPr>
              <a:spcAft>
                <a:spcPts val="0"/>
              </a:spcAft>
              <a:defRPr sz="2400"/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16" name="Symbol zastępczy tekstu 2">
            <a:extLst>
              <a:ext uri="{FF2B5EF4-FFF2-40B4-BE49-F238E27FC236}">
                <a16:creationId xmlns:a16="http://schemas.microsoft.com/office/drawing/2014/main" id="{09A1A87F-801A-4454-959B-3707F803F8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6723" y="2313004"/>
            <a:ext cx="576000" cy="576000"/>
          </a:xfrm>
        </p:spPr>
        <p:txBody>
          <a:bodyPr/>
          <a:lstStyle>
            <a:lvl1pPr>
              <a:spcAft>
                <a:spcPts val="0"/>
              </a:spcAft>
              <a:defRPr sz="2400"/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17" name="Symbol zastępczy tekstu 2">
            <a:extLst>
              <a:ext uri="{FF2B5EF4-FFF2-40B4-BE49-F238E27FC236}">
                <a16:creationId xmlns:a16="http://schemas.microsoft.com/office/drawing/2014/main" id="{C370DAE5-371F-4850-A35E-1F834D69F6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368" y="3105092"/>
            <a:ext cx="576000" cy="576000"/>
          </a:xfrm>
        </p:spPr>
        <p:txBody>
          <a:bodyPr/>
          <a:lstStyle>
            <a:lvl1pPr>
              <a:spcAft>
                <a:spcPts val="0"/>
              </a:spcAft>
              <a:defRPr sz="2400"/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18" name="Symbol zastępczy tekstu 2">
            <a:extLst>
              <a:ext uri="{FF2B5EF4-FFF2-40B4-BE49-F238E27FC236}">
                <a16:creationId xmlns:a16="http://schemas.microsoft.com/office/drawing/2014/main" id="{331AE295-E638-40D5-A256-CF1A02346BC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368" y="3897180"/>
            <a:ext cx="576000" cy="576000"/>
          </a:xfrm>
        </p:spPr>
        <p:txBody>
          <a:bodyPr/>
          <a:lstStyle>
            <a:lvl1pPr>
              <a:spcAft>
                <a:spcPts val="0"/>
              </a:spcAft>
              <a:defRPr sz="2400"/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19" name="Symbol zastępczy tekstu 2">
            <a:extLst>
              <a:ext uri="{FF2B5EF4-FFF2-40B4-BE49-F238E27FC236}">
                <a16:creationId xmlns:a16="http://schemas.microsoft.com/office/drawing/2014/main" id="{D4BB144A-BF9E-4B42-B5CE-5416E26B946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7368" y="4689268"/>
            <a:ext cx="576000" cy="576000"/>
          </a:xfrm>
        </p:spPr>
        <p:txBody>
          <a:bodyPr/>
          <a:lstStyle>
            <a:lvl1pPr>
              <a:spcAft>
                <a:spcPts val="0"/>
              </a:spcAft>
              <a:defRPr sz="2400"/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20" name="Symbol zastępczy tekstu 2">
            <a:extLst>
              <a:ext uri="{FF2B5EF4-FFF2-40B4-BE49-F238E27FC236}">
                <a16:creationId xmlns:a16="http://schemas.microsoft.com/office/drawing/2014/main" id="{FDCCE525-69AD-4E9C-8CE2-1BE3538DAA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7368" y="5481292"/>
            <a:ext cx="576000" cy="576000"/>
          </a:xfrm>
        </p:spPr>
        <p:txBody>
          <a:bodyPr/>
          <a:lstStyle>
            <a:lvl1pPr>
              <a:spcAft>
                <a:spcPts val="0"/>
              </a:spcAft>
              <a:defRPr sz="2400"/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21" name="Symbol zastępczy tekstu 2">
            <a:extLst>
              <a:ext uri="{FF2B5EF4-FFF2-40B4-BE49-F238E27FC236}">
                <a16:creationId xmlns:a16="http://schemas.microsoft.com/office/drawing/2014/main" id="{95951527-722B-49E1-9B50-58ED925F620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56085" y="1520788"/>
            <a:ext cx="4824536" cy="576000"/>
          </a:xfrm>
        </p:spPr>
        <p:txBody>
          <a:bodyPr/>
          <a:lstStyle>
            <a:lvl1pPr>
              <a:spcAft>
                <a:spcPts val="0"/>
              </a:spcAft>
              <a:defRPr sz="2400" b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</p:txBody>
      </p:sp>
      <p:sp>
        <p:nvSpPr>
          <p:cNvPr id="22" name="Symbol zastępczy tekstu 2">
            <a:extLst>
              <a:ext uri="{FF2B5EF4-FFF2-40B4-BE49-F238E27FC236}">
                <a16:creationId xmlns:a16="http://schemas.microsoft.com/office/drawing/2014/main" id="{E589AD80-9824-4E62-BBB5-0756918E4C3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55440" y="2313004"/>
            <a:ext cx="4824536" cy="576000"/>
          </a:xfrm>
        </p:spPr>
        <p:txBody>
          <a:bodyPr/>
          <a:lstStyle>
            <a:lvl1pPr>
              <a:spcAft>
                <a:spcPts val="0"/>
              </a:spcAft>
              <a:defRPr sz="2400" b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</p:txBody>
      </p:sp>
      <p:sp>
        <p:nvSpPr>
          <p:cNvPr id="23" name="Symbol zastępczy tekstu 2">
            <a:extLst>
              <a:ext uri="{FF2B5EF4-FFF2-40B4-BE49-F238E27FC236}">
                <a16:creationId xmlns:a16="http://schemas.microsoft.com/office/drawing/2014/main" id="{601977FB-D13A-4BF7-9B5D-B79C0196603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56085" y="3105092"/>
            <a:ext cx="4824536" cy="576000"/>
          </a:xfrm>
        </p:spPr>
        <p:txBody>
          <a:bodyPr/>
          <a:lstStyle>
            <a:lvl1pPr>
              <a:spcAft>
                <a:spcPts val="0"/>
              </a:spcAft>
              <a:defRPr sz="2400" b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</p:txBody>
      </p:sp>
      <p:sp>
        <p:nvSpPr>
          <p:cNvPr id="24" name="Symbol zastępczy tekstu 2">
            <a:extLst>
              <a:ext uri="{FF2B5EF4-FFF2-40B4-BE49-F238E27FC236}">
                <a16:creationId xmlns:a16="http://schemas.microsoft.com/office/drawing/2014/main" id="{A9A5F647-F0FD-4E3B-A4C7-47FD4646815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56085" y="3897180"/>
            <a:ext cx="4824536" cy="576000"/>
          </a:xfrm>
        </p:spPr>
        <p:txBody>
          <a:bodyPr/>
          <a:lstStyle>
            <a:lvl1pPr>
              <a:spcAft>
                <a:spcPts val="0"/>
              </a:spcAft>
              <a:defRPr sz="2400" b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</p:txBody>
      </p:sp>
      <p:sp>
        <p:nvSpPr>
          <p:cNvPr id="25" name="Symbol zastępczy tekstu 2">
            <a:extLst>
              <a:ext uri="{FF2B5EF4-FFF2-40B4-BE49-F238E27FC236}">
                <a16:creationId xmlns:a16="http://schemas.microsoft.com/office/drawing/2014/main" id="{AA4477D4-26DA-4944-A1CE-15782AB43E6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56085" y="4689268"/>
            <a:ext cx="4824536" cy="576000"/>
          </a:xfrm>
        </p:spPr>
        <p:txBody>
          <a:bodyPr/>
          <a:lstStyle>
            <a:lvl1pPr>
              <a:spcAft>
                <a:spcPts val="0"/>
              </a:spcAft>
              <a:defRPr sz="2400" b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</p:txBody>
      </p:sp>
      <p:sp>
        <p:nvSpPr>
          <p:cNvPr id="26" name="Symbol zastępczy tekstu 2">
            <a:extLst>
              <a:ext uri="{FF2B5EF4-FFF2-40B4-BE49-F238E27FC236}">
                <a16:creationId xmlns:a16="http://schemas.microsoft.com/office/drawing/2014/main" id="{3517444B-543B-4C6C-9279-2ED7BF09935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56085" y="5481292"/>
            <a:ext cx="4824536" cy="576000"/>
          </a:xfrm>
        </p:spPr>
        <p:txBody>
          <a:bodyPr/>
          <a:lstStyle>
            <a:lvl1pPr>
              <a:spcAft>
                <a:spcPts val="0"/>
              </a:spcAft>
              <a:defRPr sz="2400" b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</p:txBody>
      </p:sp>
      <p:sp>
        <p:nvSpPr>
          <p:cNvPr id="27" name="Symbol zastępczy tekstu 2">
            <a:extLst>
              <a:ext uri="{FF2B5EF4-FFF2-40B4-BE49-F238E27FC236}">
                <a16:creationId xmlns:a16="http://schemas.microsoft.com/office/drawing/2014/main" id="{CE039690-9ECE-4AB1-A3C0-66B4CA89BEF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11379" y="1520788"/>
            <a:ext cx="576000" cy="576000"/>
          </a:xfrm>
        </p:spPr>
        <p:txBody>
          <a:bodyPr/>
          <a:lstStyle>
            <a:lvl1pPr>
              <a:spcAft>
                <a:spcPts val="0"/>
              </a:spcAft>
              <a:defRPr sz="2400"/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28" name="Symbol zastępczy tekstu 2">
            <a:extLst>
              <a:ext uri="{FF2B5EF4-FFF2-40B4-BE49-F238E27FC236}">
                <a16:creationId xmlns:a16="http://schemas.microsoft.com/office/drawing/2014/main" id="{7270A56F-30AE-43F8-8D9C-773579ECA04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10734" y="2313004"/>
            <a:ext cx="576000" cy="576000"/>
          </a:xfrm>
        </p:spPr>
        <p:txBody>
          <a:bodyPr/>
          <a:lstStyle>
            <a:lvl1pPr>
              <a:spcAft>
                <a:spcPts val="0"/>
              </a:spcAft>
              <a:defRPr sz="2400"/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29" name="Symbol zastępczy tekstu 2">
            <a:extLst>
              <a:ext uri="{FF2B5EF4-FFF2-40B4-BE49-F238E27FC236}">
                <a16:creationId xmlns:a16="http://schemas.microsoft.com/office/drawing/2014/main" id="{02322EE6-B48C-47E6-BC1B-6102065D985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11379" y="3105092"/>
            <a:ext cx="576000" cy="576000"/>
          </a:xfrm>
        </p:spPr>
        <p:txBody>
          <a:bodyPr/>
          <a:lstStyle>
            <a:lvl1pPr>
              <a:spcAft>
                <a:spcPts val="0"/>
              </a:spcAft>
              <a:defRPr sz="2400"/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30" name="Symbol zastępczy tekstu 2">
            <a:extLst>
              <a:ext uri="{FF2B5EF4-FFF2-40B4-BE49-F238E27FC236}">
                <a16:creationId xmlns:a16="http://schemas.microsoft.com/office/drawing/2014/main" id="{9D4557B8-A49A-458D-ADBF-B719FF9BC65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11379" y="3897180"/>
            <a:ext cx="576000" cy="576000"/>
          </a:xfrm>
        </p:spPr>
        <p:txBody>
          <a:bodyPr/>
          <a:lstStyle>
            <a:lvl1pPr>
              <a:spcAft>
                <a:spcPts val="0"/>
              </a:spcAft>
              <a:defRPr sz="2400"/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31" name="Symbol zastępczy tekstu 2">
            <a:extLst>
              <a:ext uri="{FF2B5EF4-FFF2-40B4-BE49-F238E27FC236}">
                <a16:creationId xmlns:a16="http://schemas.microsoft.com/office/drawing/2014/main" id="{86BFF05E-ED67-4096-9E5D-A0C0C2F0037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11379" y="4689268"/>
            <a:ext cx="576000" cy="576000"/>
          </a:xfrm>
        </p:spPr>
        <p:txBody>
          <a:bodyPr/>
          <a:lstStyle>
            <a:lvl1pPr>
              <a:spcAft>
                <a:spcPts val="0"/>
              </a:spcAft>
              <a:defRPr sz="2400"/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32" name="Symbol zastępczy tekstu 2">
            <a:extLst>
              <a:ext uri="{FF2B5EF4-FFF2-40B4-BE49-F238E27FC236}">
                <a16:creationId xmlns:a16="http://schemas.microsoft.com/office/drawing/2014/main" id="{B1C15EC8-9485-400C-9B21-8C88ABDCE33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11379" y="5481292"/>
            <a:ext cx="576000" cy="576000"/>
          </a:xfrm>
        </p:spPr>
        <p:txBody>
          <a:bodyPr/>
          <a:lstStyle>
            <a:lvl1pPr>
              <a:spcAft>
                <a:spcPts val="0"/>
              </a:spcAft>
              <a:defRPr sz="2400"/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33" name="Symbol zastępczy tekstu 2">
            <a:extLst>
              <a:ext uri="{FF2B5EF4-FFF2-40B4-BE49-F238E27FC236}">
                <a16:creationId xmlns:a16="http://schemas.microsoft.com/office/drawing/2014/main" id="{A2307B4E-1493-4587-8B1D-095FEA8A046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60096" y="1520788"/>
            <a:ext cx="4824536" cy="576000"/>
          </a:xfrm>
        </p:spPr>
        <p:txBody>
          <a:bodyPr/>
          <a:lstStyle>
            <a:lvl1pPr>
              <a:spcAft>
                <a:spcPts val="0"/>
              </a:spcAft>
              <a:defRPr sz="2400" b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</p:txBody>
      </p:sp>
      <p:sp>
        <p:nvSpPr>
          <p:cNvPr id="34" name="Symbol zastępczy tekstu 2">
            <a:extLst>
              <a:ext uri="{FF2B5EF4-FFF2-40B4-BE49-F238E27FC236}">
                <a16:creationId xmlns:a16="http://schemas.microsoft.com/office/drawing/2014/main" id="{45BE9BA3-27A7-4128-9276-465A4F0E902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959451" y="2313004"/>
            <a:ext cx="4824536" cy="576000"/>
          </a:xfrm>
        </p:spPr>
        <p:txBody>
          <a:bodyPr/>
          <a:lstStyle>
            <a:lvl1pPr>
              <a:spcAft>
                <a:spcPts val="0"/>
              </a:spcAft>
              <a:defRPr sz="2400" b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</p:txBody>
      </p:sp>
      <p:sp>
        <p:nvSpPr>
          <p:cNvPr id="35" name="Symbol zastępczy tekstu 2">
            <a:extLst>
              <a:ext uri="{FF2B5EF4-FFF2-40B4-BE49-F238E27FC236}">
                <a16:creationId xmlns:a16="http://schemas.microsoft.com/office/drawing/2014/main" id="{4364BFBF-1F35-47D6-A344-E3CD2119FED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960096" y="3105092"/>
            <a:ext cx="4824536" cy="576000"/>
          </a:xfrm>
        </p:spPr>
        <p:txBody>
          <a:bodyPr/>
          <a:lstStyle>
            <a:lvl1pPr>
              <a:spcAft>
                <a:spcPts val="0"/>
              </a:spcAft>
              <a:defRPr sz="2400" b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</p:txBody>
      </p:sp>
      <p:sp>
        <p:nvSpPr>
          <p:cNvPr id="36" name="Symbol zastępczy tekstu 2">
            <a:extLst>
              <a:ext uri="{FF2B5EF4-FFF2-40B4-BE49-F238E27FC236}">
                <a16:creationId xmlns:a16="http://schemas.microsoft.com/office/drawing/2014/main" id="{1E164401-E487-460D-B215-7E55E14CBA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960096" y="3897180"/>
            <a:ext cx="4824536" cy="576000"/>
          </a:xfrm>
        </p:spPr>
        <p:txBody>
          <a:bodyPr/>
          <a:lstStyle>
            <a:lvl1pPr>
              <a:spcAft>
                <a:spcPts val="0"/>
              </a:spcAft>
              <a:defRPr sz="2400" b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</p:txBody>
      </p:sp>
      <p:sp>
        <p:nvSpPr>
          <p:cNvPr id="37" name="Symbol zastępczy tekstu 2">
            <a:extLst>
              <a:ext uri="{FF2B5EF4-FFF2-40B4-BE49-F238E27FC236}">
                <a16:creationId xmlns:a16="http://schemas.microsoft.com/office/drawing/2014/main" id="{9502F8AC-B41D-40A4-91E3-D97092267B6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960096" y="4689268"/>
            <a:ext cx="4824536" cy="576000"/>
          </a:xfrm>
        </p:spPr>
        <p:txBody>
          <a:bodyPr/>
          <a:lstStyle>
            <a:lvl1pPr>
              <a:spcAft>
                <a:spcPts val="0"/>
              </a:spcAft>
              <a:defRPr sz="2400" b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</p:txBody>
      </p:sp>
      <p:sp>
        <p:nvSpPr>
          <p:cNvPr id="38" name="Symbol zastępczy tekstu 2">
            <a:extLst>
              <a:ext uri="{FF2B5EF4-FFF2-40B4-BE49-F238E27FC236}">
                <a16:creationId xmlns:a16="http://schemas.microsoft.com/office/drawing/2014/main" id="{16921B21-93F0-4394-9762-9CFF3D75A7C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60096" y="5481292"/>
            <a:ext cx="4824536" cy="576000"/>
          </a:xfrm>
        </p:spPr>
        <p:txBody>
          <a:bodyPr/>
          <a:lstStyle>
            <a:lvl1pPr>
              <a:spcAft>
                <a:spcPts val="0"/>
              </a:spcAft>
              <a:defRPr sz="2400" b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431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793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A371E709-3B21-4C18-8A08-88D687D795E3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6FB9"/>
              </a:gs>
              <a:gs pos="60000">
                <a:srgbClr val="0050AA"/>
              </a:gs>
              <a:gs pos="100000">
                <a:srgbClr val="003565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de-DE" sz="2489" dirty="0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3359150" y="1340768"/>
            <a:ext cx="7417370" cy="1655478"/>
          </a:xfrm>
        </p:spPr>
        <p:txBody>
          <a:bodyPr anchor="b"/>
          <a:lstStyle>
            <a:lvl1pPr algn="l">
              <a:lnSpc>
                <a:spcPct val="90000"/>
              </a:lnSpc>
              <a:spcBef>
                <a:spcPts val="0"/>
              </a:spcBef>
              <a:defRPr sz="40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Title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br>
              <a:rPr lang="de-DE" dirty="0"/>
            </a:br>
            <a:r>
              <a:rPr lang="de-DE" dirty="0"/>
              <a:t>(in 1-2 </a:t>
            </a:r>
            <a:r>
              <a:rPr lang="de-DE" dirty="0" err="1"/>
              <a:t>lines</a:t>
            </a:r>
            <a:r>
              <a:rPr lang="de-DE" dirty="0"/>
              <a:t>)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359150" y="3573176"/>
            <a:ext cx="7417370" cy="14400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de-DE" dirty="0" err="1"/>
              <a:t>Subtitle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br>
              <a:rPr lang="de-DE" dirty="0"/>
            </a:br>
            <a:r>
              <a:rPr lang="de-DE" dirty="0"/>
              <a:t>(in 1-2 </a:t>
            </a:r>
            <a:r>
              <a:rPr lang="de-DE" dirty="0" err="1"/>
              <a:t>lines</a:t>
            </a:r>
            <a:r>
              <a:rPr lang="de-DE" dirty="0"/>
              <a:t>)</a:t>
            </a:r>
          </a:p>
          <a:p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1147366A-AF80-4876-A258-9ABD39B636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07988" y="1359820"/>
            <a:ext cx="2519363" cy="1584325"/>
          </a:xfrm>
        </p:spPr>
        <p:txBody>
          <a:bodyPr tIns="144000" anchor="ctr" anchorCtr="0"/>
          <a:lstStyle>
            <a:lvl1pPr marL="0" indent="0" algn="r">
              <a:spcAft>
                <a:spcPts val="0"/>
              </a:spcAft>
              <a:buFont typeface="Arial" panose="020B0604020202020204" pitchFamily="34" charset="0"/>
              <a:buNone/>
              <a:defRPr sz="13800" b="1">
                <a:solidFill>
                  <a:schemeClr val="bg1"/>
                </a:solidFill>
                <a:latin typeface="+mj-lt"/>
              </a:defRPr>
            </a:lvl1pPr>
            <a:lvl2pPr marL="0" indent="0" algn="r">
              <a:spcAft>
                <a:spcPts val="0"/>
              </a:spcAft>
              <a:buFont typeface="Arial" panose="020B0604020202020204" pitchFamily="34" charset="0"/>
              <a:buNone/>
              <a:defRPr sz="13800" b="1">
                <a:solidFill>
                  <a:schemeClr val="bg1"/>
                </a:solidFill>
                <a:latin typeface="+mj-lt"/>
              </a:defRPr>
            </a:lvl2pPr>
            <a:lvl3pPr marL="0" indent="0" algn="r">
              <a:spcAft>
                <a:spcPts val="0"/>
              </a:spcAft>
              <a:buNone/>
              <a:defRPr sz="13800" b="1">
                <a:solidFill>
                  <a:schemeClr val="bg1"/>
                </a:solidFill>
                <a:latin typeface="+mj-lt"/>
              </a:defRPr>
            </a:lvl3pPr>
            <a:lvl4pPr marL="0" indent="0" algn="r">
              <a:spcAft>
                <a:spcPts val="0"/>
              </a:spcAft>
              <a:buNone/>
              <a:defRPr sz="13800" b="1">
                <a:solidFill>
                  <a:schemeClr val="bg1"/>
                </a:solidFill>
                <a:latin typeface="+mj-lt"/>
              </a:defRPr>
            </a:lvl4pPr>
            <a:lvl5pPr marL="0" indent="0" algn="r">
              <a:spcAft>
                <a:spcPts val="0"/>
              </a:spcAft>
              <a:buNone/>
              <a:defRPr sz="13800" b="1">
                <a:solidFill>
                  <a:schemeClr val="bg1"/>
                </a:solidFill>
                <a:latin typeface="+mj-lt"/>
              </a:defRPr>
            </a:lvl5pPr>
            <a:lvl6pPr marL="0" indent="0" algn="r">
              <a:spcAft>
                <a:spcPts val="0"/>
              </a:spcAft>
              <a:buNone/>
              <a:defRPr sz="13800" b="1">
                <a:solidFill>
                  <a:schemeClr val="bg1"/>
                </a:solidFill>
                <a:latin typeface="+mj-lt"/>
              </a:defRPr>
            </a:lvl6pPr>
            <a:lvl7pPr marL="0" indent="0" algn="r">
              <a:spcAft>
                <a:spcPts val="0"/>
              </a:spcAft>
              <a:buNone/>
              <a:defRPr sz="13800" b="1">
                <a:solidFill>
                  <a:schemeClr val="bg1"/>
                </a:solidFill>
                <a:latin typeface="+mj-lt"/>
              </a:defRPr>
            </a:lvl7pPr>
            <a:lvl8pPr marL="0" indent="0" algn="r">
              <a:spcAft>
                <a:spcPts val="0"/>
              </a:spcAft>
              <a:buNone/>
              <a:defRPr sz="13800" b="1">
                <a:solidFill>
                  <a:schemeClr val="bg1"/>
                </a:solidFill>
                <a:latin typeface="+mj-lt"/>
              </a:defRPr>
            </a:lvl8pPr>
            <a:lvl9pPr marL="0" indent="0" algn="r">
              <a:spcAft>
                <a:spcPts val="0"/>
              </a:spcAft>
              <a:buNone/>
              <a:defRPr sz="138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00</a:t>
            </a:r>
          </a:p>
          <a:p>
            <a:pPr lvl="0"/>
            <a:r>
              <a:rPr lang="en-US" dirty="0"/>
              <a:t>Second level</a:t>
            </a:r>
          </a:p>
          <a:p>
            <a:pPr lvl="0"/>
            <a:r>
              <a:rPr lang="en-US" dirty="0"/>
              <a:t>Third level</a:t>
            </a:r>
          </a:p>
          <a:p>
            <a:pPr lvl="0"/>
            <a:r>
              <a:rPr lang="en-US" dirty="0"/>
              <a:t>Fourth level</a:t>
            </a:r>
          </a:p>
          <a:p>
            <a:pPr lvl="0"/>
            <a:r>
              <a:rPr lang="en-US" dirty="0"/>
              <a:t>Fifth level</a:t>
            </a:r>
          </a:p>
          <a:p>
            <a:pPr lvl="0"/>
            <a:r>
              <a:rPr lang="en-US" dirty="0"/>
              <a:t>Six</a:t>
            </a:r>
          </a:p>
          <a:p>
            <a:pPr lvl="0"/>
            <a:r>
              <a:rPr lang="en-US" dirty="0"/>
              <a:t>Seven</a:t>
            </a:r>
          </a:p>
          <a:p>
            <a:pPr lvl="0"/>
            <a:r>
              <a:rPr lang="en-US" dirty="0"/>
              <a:t>Eight</a:t>
            </a:r>
          </a:p>
          <a:p>
            <a:pPr lvl="0"/>
            <a:r>
              <a:rPr lang="en-US" dirty="0"/>
              <a:t>Nine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243208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zum Druc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iekt 4" hidden="1">
            <a:extLst>
              <a:ext uri="{FF2B5EF4-FFF2-40B4-BE49-F238E27FC236}">
                <a16:creationId xmlns:a16="http://schemas.microsoft.com/office/drawing/2014/main" id="{A85DE8FC-85EB-49B6-98E6-059ECFBD18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471876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5" name="Obiekt 4" hidden="1">
                        <a:extLst>
                          <a:ext uri="{FF2B5EF4-FFF2-40B4-BE49-F238E27FC236}">
                            <a16:creationId xmlns:a16="http://schemas.microsoft.com/office/drawing/2014/main" id="{A85DE8FC-85EB-49B6-98E6-059ECFBD18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3359150" y="1340768"/>
            <a:ext cx="7417370" cy="1655478"/>
          </a:xfrm>
        </p:spPr>
        <p:txBody>
          <a:bodyPr vert="horz" anchor="b"/>
          <a:lstStyle>
            <a:lvl1pPr algn="l">
              <a:lnSpc>
                <a:spcPct val="90000"/>
              </a:lnSpc>
              <a:spcBef>
                <a:spcPts val="0"/>
              </a:spcBef>
              <a:defRPr sz="4000" b="1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 dirty="0"/>
              <a:t>Title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br>
              <a:rPr lang="de-DE" dirty="0"/>
            </a:br>
            <a:r>
              <a:rPr lang="de-DE" dirty="0"/>
              <a:t>(in 1-2 </a:t>
            </a:r>
            <a:r>
              <a:rPr lang="de-DE" dirty="0" err="1"/>
              <a:t>lines</a:t>
            </a:r>
            <a:r>
              <a:rPr lang="de-DE" dirty="0"/>
              <a:t>)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359150" y="3573176"/>
            <a:ext cx="7417370" cy="14400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e-DE" dirty="0" err="1"/>
              <a:t>Subtitle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br>
              <a:rPr lang="de-DE" dirty="0"/>
            </a:br>
            <a:r>
              <a:rPr lang="de-DE" dirty="0"/>
              <a:t>(in 1-2 </a:t>
            </a:r>
            <a:r>
              <a:rPr lang="de-DE" dirty="0" err="1"/>
              <a:t>lines</a:t>
            </a:r>
            <a:r>
              <a:rPr lang="de-DE" dirty="0"/>
              <a:t>)</a:t>
            </a:r>
          </a:p>
          <a:p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1147366A-AF80-4876-A258-9ABD39B636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07988" y="1359820"/>
            <a:ext cx="2519363" cy="1584325"/>
          </a:xfrm>
        </p:spPr>
        <p:txBody>
          <a:bodyPr tIns="144000" anchor="ctr" anchorCtr="0"/>
          <a:lstStyle>
            <a:lvl1pPr marL="0" indent="0" algn="r">
              <a:spcAft>
                <a:spcPts val="0"/>
              </a:spcAft>
              <a:buFont typeface="Arial" panose="020B0604020202020204" pitchFamily="34" charset="0"/>
              <a:buNone/>
              <a:defRPr sz="13800" b="1">
                <a:solidFill>
                  <a:schemeClr val="tx1"/>
                </a:solidFill>
                <a:latin typeface="+mj-lt"/>
              </a:defRPr>
            </a:lvl1pPr>
            <a:lvl2pPr marL="0" indent="0" algn="r">
              <a:spcAft>
                <a:spcPts val="0"/>
              </a:spcAft>
              <a:buFont typeface="Arial" panose="020B0604020202020204" pitchFamily="34" charset="0"/>
              <a:buNone/>
              <a:defRPr sz="13800" b="1">
                <a:solidFill>
                  <a:schemeClr val="tx1"/>
                </a:solidFill>
                <a:latin typeface="+mj-lt"/>
              </a:defRPr>
            </a:lvl2pPr>
            <a:lvl3pPr marL="0" indent="0" algn="r">
              <a:spcAft>
                <a:spcPts val="0"/>
              </a:spcAft>
              <a:buNone/>
              <a:defRPr sz="13800" b="1">
                <a:solidFill>
                  <a:schemeClr val="tx1"/>
                </a:solidFill>
                <a:latin typeface="+mj-lt"/>
              </a:defRPr>
            </a:lvl3pPr>
            <a:lvl4pPr marL="0" indent="0" algn="r">
              <a:spcAft>
                <a:spcPts val="0"/>
              </a:spcAft>
              <a:buNone/>
              <a:defRPr sz="13800" b="1">
                <a:solidFill>
                  <a:schemeClr val="tx1"/>
                </a:solidFill>
                <a:latin typeface="+mj-lt"/>
              </a:defRPr>
            </a:lvl4pPr>
            <a:lvl5pPr marL="0" indent="0" algn="r">
              <a:spcAft>
                <a:spcPts val="0"/>
              </a:spcAft>
              <a:buNone/>
              <a:defRPr sz="13800" b="1">
                <a:solidFill>
                  <a:schemeClr val="tx1"/>
                </a:solidFill>
                <a:latin typeface="+mj-lt"/>
              </a:defRPr>
            </a:lvl5pPr>
            <a:lvl6pPr marL="0" indent="0" algn="r">
              <a:spcAft>
                <a:spcPts val="0"/>
              </a:spcAft>
              <a:buNone/>
              <a:defRPr sz="13800" b="1">
                <a:solidFill>
                  <a:schemeClr val="tx1"/>
                </a:solidFill>
                <a:latin typeface="+mj-lt"/>
              </a:defRPr>
            </a:lvl6pPr>
            <a:lvl7pPr marL="0" indent="0" algn="r">
              <a:spcAft>
                <a:spcPts val="0"/>
              </a:spcAft>
              <a:buNone/>
              <a:defRPr sz="13800" b="1">
                <a:solidFill>
                  <a:schemeClr val="tx1"/>
                </a:solidFill>
                <a:latin typeface="+mj-lt"/>
              </a:defRPr>
            </a:lvl7pPr>
            <a:lvl8pPr marL="0" indent="0" algn="r">
              <a:spcAft>
                <a:spcPts val="0"/>
              </a:spcAft>
              <a:buNone/>
              <a:defRPr sz="13800" b="1">
                <a:solidFill>
                  <a:schemeClr val="tx1"/>
                </a:solidFill>
                <a:latin typeface="+mj-lt"/>
              </a:defRPr>
            </a:lvl8pPr>
            <a:lvl9pPr marL="0" indent="0" algn="r">
              <a:spcAft>
                <a:spcPts val="0"/>
              </a:spcAft>
              <a:buNone/>
              <a:defRPr sz="138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00</a:t>
            </a:r>
          </a:p>
          <a:p>
            <a:pPr lvl="0"/>
            <a:r>
              <a:rPr lang="en-US" dirty="0"/>
              <a:t>Second level</a:t>
            </a:r>
          </a:p>
          <a:p>
            <a:pPr lvl="0"/>
            <a:r>
              <a:rPr lang="en-US" dirty="0"/>
              <a:t>Third level</a:t>
            </a:r>
          </a:p>
          <a:p>
            <a:pPr lvl="0"/>
            <a:r>
              <a:rPr lang="en-US" dirty="0"/>
              <a:t>Fourth level</a:t>
            </a:r>
          </a:p>
          <a:p>
            <a:pPr lvl="0"/>
            <a:r>
              <a:rPr lang="en-US" dirty="0"/>
              <a:t>Fifth level</a:t>
            </a:r>
          </a:p>
          <a:p>
            <a:pPr lvl="0"/>
            <a:r>
              <a:rPr lang="en-US" dirty="0"/>
              <a:t>Six</a:t>
            </a:r>
          </a:p>
          <a:p>
            <a:pPr lvl="0"/>
            <a:r>
              <a:rPr lang="en-US" dirty="0"/>
              <a:t>Seven</a:t>
            </a:r>
          </a:p>
          <a:p>
            <a:pPr lvl="0"/>
            <a:r>
              <a:rPr lang="en-US" dirty="0"/>
              <a:t>Eight</a:t>
            </a:r>
          </a:p>
          <a:p>
            <a:pPr lvl="0"/>
            <a:r>
              <a:rPr lang="en-US" dirty="0"/>
              <a:t>Nine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38687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A371E709-3B21-4C18-8A08-88D687D795E3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6FB9"/>
              </a:gs>
              <a:gs pos="60000">
                <a:srgbClr val="0050AA"/>
              </a:gs>
              <a:gs pos="100000">
                <a:srgbClr val="003565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89" dirty="0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3359150" y="1340768"/>
            <a:ext cx="4537075" cy="1655478"/>
          </a:xfrm>
        </p:spPr>
        <p:txBody>
          <a:bodyPr anchor="b"/>
          <a:lstStyle>
            <a:lvl1pPr algn="l">
              <a:lnSpc>
                <a:spcPct val="90000"/>
              </a:lnSpc>
              <a:spcBef>
                <a:spcPts val="0"/>
              </a:spcBef>
              <a:defRPr sz="40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Title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br>
              <a:rPr lang="de-DE" dirty="0"/>
            </a:br>
            <a:r>
              <a:rPr lang="de-DE" dirty="0"/>
              <a:t>(in 1-2 </a:t>
            </a:r>
            <a:r>
              <a:rPr lang="de-DE" dirty="0" err="1"/>
              <a:t>lines</a:t>
            </a:r>
            <a:r>
              <a:rPr lang="de-DE" dirty="0"/>
              <a:t>)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359150" y="3573176"/>
            <a:ext cx="4537075" cy="14400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de-DE" dirty="0" err="1"/>
              <a:t>Subtitle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br>
              <a:rPr lang="de-DE" dirty="0"/>
            </a:br>
            <a:r>
              <a:rPr lang="de-DE" dirty="0"/>
              <a:t>(in 1-2 </a:t>
            </a:r>
            <a:r>
              <a:rPr lang="de-DE" dirty="0" err="1"/>
              <a:t>lines</a:t>
            </a:r>
            <a:r>
              <a:rPr lang="de-DE" dirty="0"/>
              <a:t>)</a:t>
            </a:r>
          </a:p>
          <a:p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1147366A-AF80-4876-A258-9ABD39B636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07988" y="1359820"/>
            <a:ext cx="2519363" cy="1584325"/>
          </a:xfrm>
        </p:spPr>
        <p:txBody>
          <a:bodyPr tIns="144000" anchor="ctr" anchorCtr="0"/>
          <a:lstStyle>
            <a:lvl1pPr marL="0" indent="0" algn="r">
              <a:spcAft>
                <a:spcPts val="0"/>
              </a:spcAft>
              <a:buFont typeface="Arial" panose="020B0604020202020204" pitchFamily="34" charset="0"/>
              <a:buNone/>
              <a:defRPr sz="13800" b="1">
                <a:solidFill>
                  <a:schemeClr val="bg1"/>
                </a:solidFill>
                <a:latin typeface="+mj-lt"/>
              </a:defRPr>
            </a:lvl1pPr>
            <a:lvl2pPr marL="0" indent="0" algn="r">
              <a:spcAft>
                <a:spcPts val="0"/>
              </a:spcAft>
              <a:buFont typeface="Arial" panose="020B0604020202020204" pitchFamily="34" charset="0"/>
              <a:buNone/>
              <a:defRPr sz="13800" b="1">
                <a:solidFill>
                  <a:schemeClr val="bg1"/>
                </a:solidFill>
                <a:latin typeface="+mj-lt"/>
              </a:defRPr>
            </a:lvl2pPr>
            <a:lvl3pPr marL="0" indent="0" algn="r">
              <a:spcAft>
                <a:spcPts val="0"/>
              </a:spcAft>
              <a:buNone/>
              <a:defRPr sz="13800" b="1">
                <a:solidFill>
                  <a:schemeClr val="bg1"/>
                </a:solidFill>
                <a:latin typeface="+mj-lt"/>
              </a:defRPr>
            </a:lvl3pPr>
            <a:lvl4pPr marL="0" indent="0" algn="r">
              <a:spcAft>
                <a:spcPts val="0"/>
              </a:spcAft>
              <a:buNone/>
              <a:defRPr sz="13800" b="1">
                <a:solidFill>
                  <a:schemeClr val="bg1"/>
                </a:solidFill>
                <a:latin typeface="+mj-lt"/>
              </a:defRPr>
            </a:lvl4pPr>
            <a:lvl5pPr marL="0" indent="0" algn="r">
              <a:spcAft>
                <a:spcPts val="0"/>
              </a:spcAft>
              <a:buNone/>
              <a:defRPr sz="13800" b="1">
                <a:solidFill>
                  <a:schemeClr val="bg1"/>
                </a:solidFill>
                <a:latin typeface="+mj-lt"/>
              </a:defRPr>
            </a:lvl5pPr>
            <a:lvl6pPr marL="0" indent="0" algn="r">
              <a:spcAft>
                <a:spcPts val="0"/>
              </a:spcAft>
              <a:buNone/>
              <a:defRPr sz="13800" b="1">
                <a:solidFill>
                  <a:schemeClr val="bg1"/>
                </a:solidFill>
                <a:latin typeface="+mj-lt"/>
              </a:defRPr>
            </a:lvl6pPr>
            <a:lvl7pPr marL="0" indent="0" algn="r">
              <a:spcAft>
                <a:spcPts val="0"/>
              </a:spcAft>
              <a:buNone/>
              <a:defRPr sz="13800" b="1">
                <a:solidFill>
                  <a:schemeClr val="bg1"/>
                </a:solidFill>
                <a:latin typeface="+mj-lt"/>
              </a:defRPr>
            </a:lvl7pPr>
            <a:lvl8pPr marL="0" indent="0" algn="r">
              <a:spcAft>
                <a:spcPts val="0"/>
              </a:spcAft>
              <a:buNone/>
              <a:defRPr sz="13800" b="1">
                <a:solidFill>
                  <a:schemeClr val="bg1"/>
                </a:solidFill>
                <a:latin typeface="+mj-lt"/>
              </a:defRPr>
            </a:lvl8pPr>
            <a:lvl9pPr marL="0" indent="0" algn="r">
              <a:spcAft>
                <a:spcPts val="0"/>
              </a:spcAft>
              <a:buNone/>
              <a:defRPr sz="138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00</a:t>
            </a:r>
          </a:p>
          <a:p>
            <a:pPr lvl="0"/>
            <a:r>
              <a:rPr lang="en-US" dirty="0"/>
              <a:t>Second level</a:t>
            </a:r>
          </a:p>
          <a:p>
            <a:pPr lvl="0"/>
            <a:r>
              <a:rPr lang="en-US" dirty="0"/>
              <a:t>Third level</a:t>
            </a:r>
          </a:p>
          <a:p>
            <a:pPr lvl="0"/>
            <a:r>
              <a:rPr lang="en-US" dirty="0"/>
              <a:t>Fourth level</a:t>
            </a:r>
          </a:p>
          <a:p>
            <a:pPr lvl="0"/>
            <a:r>
              <a:rPr lang="en-US" dirty="0"/>
              <a:t>Fifth level</a:t>
            </a:r>
          </a:p>
          <a:p>
            <a:pPr lvl="0"/>
            <a:r>
              <a:rPr lang="en-US" dirty="0"/>
              <a:t>Six</a:t>
            </a:r>
          </a:p>
          <a:p>
            <a:pPr lvl="0"/>
            <a:r>
              <a:rPr lang="en-US" dirty="0"/>
              <a:t>Seven</a:t>
            </a:r>
          </a:p>
          <a:p>
            <a:pPr lvl="0"/>
            <a:r>
              <a:rPr lang="en-US" dirty="0"/>
              <a:t>Eight</a:t>
            </a:r>
          </a:p>
          <a:p>
            <a:pPr lvl="0"/>
            <a:r>
              <a:rPr lang="en-US" dirty="0"/>
              <a:t>Nine</a:t>
            </a:r>
            <a:endParaRPr lang="de-DE" dirty="0"/>
          </a:p>
        </p:txBody>
      </p:sp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62EF2F3-AE5D-4BD1-B244-0252E5F5621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8183562" y="0"/>
            <a:ext cx="4008437" cy="6857999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060438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mit Bild zum Druc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iekt 4" hidden="1">
            <a:extLst>
              <a:ext uri="{FF2B5EF4-FFF2-40B4-BE49-F238E27FC236}">
                <a16:creationId xmlns:a16="http://schemas.microsoft.com/office/drawing/2014/main" id="{F86DD87C-3A58-45E5-8112-44900FCBFCD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777307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5" name="Obiekt 4" hidden="1">
                        <a:extLst>
                          <a:ext uri="{FF2B5EF4-FFF2-40B4-BE49-F238E27FC236}">
                            <a16:creationId xmlns:a16="http://schemas.microsoft.com/office/drawing/2014/main" id="{F86DD87C-3A58-45E5-8112-44900FCBFC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3359150" y="1340768"/>
            <a:ext cx="4537075" cy="1655478"/>
          </a:xfrm>
        </p:spPr>
        <p:txBody>
          <a:bodyPr vert="horz" anchor="b"/>
          <a:lstStyle>
            <a:lvl1pPr algn="l">
              <a:lnSpc>
                <a:spcPct val="90000"/>
              </a:lnSpc>
              <a:spcBef>
                <a:spcPts val="0"/>
              </a:spcBef>
              <a:defRPr sz="4000" b="1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 dirty="0"/>
              <a:t>Title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br>
              <a:rPr lang="de-DE" dirty="0"/>
            </a:br>
            <a:r>
              <a:rPr lang="de-DE" dirty="0"/>
              <a:t>(in 1-2 </a:t>
            </a:r>
            <a:r>
              <a:rPr lang="de-DE" dirty="0" err="1"/>
              <a:t>lines</a:t>
            </a:r>
            <a:r>
              <a:rPr lang="de-DE" dirty="0"/>
              <a:t>)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359150" y="3573176"/>
            <a:ext cx="4537075" cy="14400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e-DE" dirty="0" err="1"/>
              <a:t>Subtitle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br>
              <a:rPr lang="de-DE" dirty="0"/>
            </a:br>
            <a:r>
              <a:rPr lang="de-DE" dirty="0"/>
              <a:t>(in 1-2 </a:t>
            </a:r>
            <a:r>
              <a:rPr lang="de-DE" dirty="0" err="1"/>
              <a:t>lines</a:t>
            </a:r>
            <a:r>
              <a:rPr lang="de-DE" dirty="0"/>
              <a:t>)</a:t>
            </a:r>
          </a:p>
          <a:p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1147366A-AF80-4876-A258-9ABD39B636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07988" y="1359820"/>
            <a:ext cx="2519363" cy="1584325"/>
          </a:xfrm>
        </p:spPr>
        <p:txBody>
          <a:bodyPr tIns="144000" anchor="ctr" anchorCtr="0"/>
          <a:lstStyle>
            <a:lvl1pPr marL="0" indent="0" algn="r">
              <a:spcAft>
                <a:spcPts val="0"/>
              </a:spcAft>
              <a:buFont typeface="Arial" panose="020B0604020202020204" pitchFamily="34" charset="0"/>
              <a:buNone/>
              <a:defRPr sz="13800" b="1">
                <a:solidFill>
                  <a:schemeClr val="tx1"/>
                </a:solidFill>
                <a:latin typeface="+mj-lt"/>
              </a:defRPr>
            </a:lvl1pPr>
            <a:lvl2pPr marL="0" indent="0" algn="r">
              <a:spcAft>
                <a:spcPts val="0"/>
              </a:spcAft>
              <a:buFont typeface="Arial" panose="020B0604020202020204" pitchFamily="34" charset="0"/>
              <a:buNone/>
              <a:defRPr sz="13800" b="1">
                <a:solidFill>
                  <a:schemeClr val="tx1"/>
                </a:solidFill>
                <a:latin typeface="+mj-lt"/>
              </a:defRPr>
            </a:lvl2pPr>
            <a:lvl3pPr marL="0" indent="0" algn="r">
              <a:spcAft>
                <a:spcPts val="0"/>
              </a:spcAft>
              <a:buNone/>
              <a:defRPr sz="13800" b="1">
                <a:solidFill>
                  <a:schemeClr val="tx1"/>
                </a:solidFill>
                <a:latin typeface="+mj-lt"/>
              </a:defRPr>
            </a:lvl3pPr>
            <a:lvl4pPr marL="0" indent="0" algn="r">
              <a:spcAft>
                <a:spcPts val="0"/>
              </a:spcAft>
              <a:buNone/>
              <a:defRPr sz="13800" b="1">
                <a:solidFill>
                  <a:schemeClr val="tx1"/>
                </a:solidFill>
                <a:latin typeface="+mj-lt"/>
              </a:defRPr>
            </a:lvl4pPr>
            <a:lvl5pPr marL="0" indent="0" algn="r">
              <a:spcAft>
                <a:spcPts val="0"/>
              </a:spcAft>
              <a:buNone/>
              <a:defRPr sz="13800" b="1">
                <a:solidFill>
                  <a:schemeClr val="tx1"/>
                </a:solidFill>
                <a:latin typeface="+mj-lt"/>
              </a:defRPr>
            </a:lvl5pPr>
            <a:lvl6pPr marL="0" indent="0" algn="r">
              <a:spcAft>
                <a:spcPts val="0"/>
              </a:spcAft>
              <a:buNone/>
              <a:defRPr sz="13800" b="1">
                <a:solidFill>
                  <a:schemeClr val="tx1"/>
                </a:solidFill>
                <a:latin typeface="+mj-lt"/>
              </a:defRPr>
            </a:lvl6pPr>
            <a:lvl7pPr marL="0" indent="0" algn="r">
              <a:spcAft>
                <a:spcPts val="0"/>
              </a:spcAft>
              <a:buNone/>
              <a:defRPr sz="13800" b="1">
                <a:solidFill>
                  <a:schemeClr val="tx1"/>
                </a:solidFill>
                <a:latin typeface="+mj-lt"/>
              </a:defRPr>
            </a:lvl7pPr>
            <a:lvl8pPr marL="0" indent="0" algn="r">
              <a:spcAft>
                <a:spcPts val="0"/>
              </a:spcAft>
              <a:buNone/>
              <a:defRPr sz="13800" b="1">
                <a:solidFill>
                  <a:schemeClr val="tx1"/>
                </a:solidFill>
                <a:latin typeface="+mj-lt"/>
              </a:defRPr>
            </a:lvl8pPr>
            <a:lvl9pPr marL="0" indent="0" algn="r">
              <a:spcAft>
                <a:spcPts val="0"/>
              </a:spcAft>
              <a:buNone/>
              <a:defRPr sz="138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00</a:t>
            </a:r>
          </a:p>
          <a:p>
            <a:pPr lvl="0"/>
            <a:r>
              <a:rPr lang="en-US" dirty="0"/>
              <a:t>Second level</a:t>
            </a:r>
          </a:p>
          <a:p>
            <a:pPr lvl="0"/>
            <a:r>
              <a:rPr lang="en-US" dirty="0"/>
              <a:t>Third level</a:t>
            </a:r>
          </a:p>
          <a:p>
            <a:pPr lvl="0"/>
            <a:r>
              <a:rPr lang="en-US" dirty="0"/>
              <a:t>Fourth level</a:t>
            </a:r>
          </a:p>
          <a:p>
            <a:pPr lvl="0"/>
            <a:r>
              <a:rPr lang="en-US" dirty="0"/>
              <a:t>Fifth level</a:t>
            </a:r>
          </a:p>
          <a:p>
            <a:pPr lvl="0"/>
            <a:r>
              <a:rPr lang="en-US" dirty="0"/>
              <a:t>Six</a:t>
            </a:r>
          </a:p>
          <a:p>
            <a:pPr lvl="0"/>
            <a:r>
              <a:rPr lang="en-US" dirty="0"/>
              <a:t>Seven</a:t>
            </a:r>
          </a:p>
          <a:p>
            <a:pPr lvl="0"/>
            <a:r>
              <a:rPr lang="en-US" dirty="0"/>
              <a:t>Eight</a:t>
            </a:r>
          </a:p>
          <a:p>
            <a:pPr lvl="0"/>
            <a:r>
              <a:rPr lang="en-US" dirty="0"/>
              <a:t>Nine</a:t>
            </a:r>
            <a:endParaRPr lang="de-DE" dirty="0"/>
          </a:p>
        </p:txBody>
      </p:sp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62EF2F3-AE5D-4BD1-B244-0252E5F5621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8183562" y="0"/>
            <a:ext cx="4008437" cy="6857999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59015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211E6238-6B3F-42F9-B0C2-E51B74CFD73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01024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211E6238-6B3F-42F9-B0C2-E51B74CFD7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2D10AAE-E753-4D86-8315-2C9BB6BF66E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407988" y="1557338"/>
            <a:ext cx="11376025" cy="4464049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Edit text by clicking. Use the "Increase/decrease list level" buttons on the Start tab to switch between the set up text levels.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8" y="6165328"/>
            <a:ext cx="11376000" cy="2160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 err="1"/>
              <a:t>Footnote</a:t>
            </a:r>
            <a:r>
              <a:rPr lang="de-DE" dirty="0"/>
              <a:t>/ source</a:t>
            </a:r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2" name="Titelplatzhalter 1">
            <a:extLst>
              <a:ext uri="{FF2B5EF4-FFF2-40B4-BE49-F238E27FC236}">
                <a16:creationId xmlns:a16="http://schemas.microsoft.com/office/drawing/2014/main" id="{3EBDBE0F-F52C-4A65-BFDE-28D54BBC017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7368" y="740776"/>
            <a:ext cx="11376000" cy="57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ED9C4342-429C-4718-91C2-3FD1BD4A9A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8632" y="404696"/>
            <a:ext cx="11376000" cy="288000"/>
          </a:xfrm>
        </p:spPr>
        <p:txBody>
          <a:bodyPr tIns="0" b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Addition to the slide title</a:t>
            </a:r>
          </a:p>
          <a:p>
            <a:pPr lvl="0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9" name="Symbol zastępczy daty 8">
            <a:extLst>
              <a:ext uri="{FF2B5EF4-FFF2-40B4-BE49-F238E27FC236}">
                <a16:creationId xmlns:a16="http://schemas.microsoft.com/office/drawing/2014/main" id="{7EC46B94-0D08-4CE0-B22F-D813B47C932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 algn="r"/>
            <a:r>
              <a:rPr lang="de-DE" dirty="0"/>
              <a:t>X. </a:t>
            </a:r>
            <a:r>
              <a:rPr lang="de-DE" dirty="0" err="1"/>
              <a:t>month</a:t>
            </a:r>
            <a:r>
              <a:rPr lang="de-DE" dirty="0"/>
              <a:t> 202X</a:t>
            </a:r>
          </a:p>
        </p:txBody>
      </p:sp>
      <p:sp>
        <p:nvSpPr>
          <p:cNvPr id="11" name="Symbol zastępczy stopki 10">
            <a:extLst>
              <a:ext uri="{FF2B5EF4-FFF2-40B4-BE49-F238E27FC236}">
                <a16:creationId xmlns:a16="http://schemas.microsoft.com/office/drawing/2014/main" id="{7E5D491C-8758-458C-A681-72200280927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PowerPoint Master</a:t>
            </a:r>
          </a:p>
        </p:txBody>
      </p:sp>
      <p:sp>
        <p:nvSpPr>
          <p:cNvPr id="15" name="Symbol zastępczy numeru slajdu 14">
            <a:extLst>
              <a:ext uri="{FF2B5EF4-FFF2-40B4-BE49-F238E27FC236}">
                <a16:creationId xmlns:a16="http://schemas.microsoft.com/office/drawing/2014/main" id="{B2750AB2-2DA9-4CAA-8087-9BBAEB99226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CFDFCC3-8B40-4EE5-B231-005F2F1C6A68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6490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793" userDrawn="1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86C32A24-1D2F-41A7-87DA-EE021ABD9D7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046271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86C32A24-1D2F-41A7-87DA-EE021ABD9D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2D10AAE-E753-4D86-8315-2C9BB6BF66E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407989" y="1557339"/>
            <a:ext cx="5472000" cy="4463950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Edit text by clicking. Use the "Increase/decrease list level" buttons on the Start tab to switch between the set up text levels.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8" y="6165328"/>
            <a:ext cx="11376000" cy="2160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 err="1"/>
              <a:t>Footnote</a:t>
            </a:r>
            <a:r>
              <a:rPr lang="de-DE" dirty="0"/>
              <a:t>/ source</a:t>
            </a:r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2" name="Titelplatzhalter 1">
            <a:extLst>
              <a:ext uri="{FF2B5EF4-FFF2-40B4-BE49-F238E27FC236}">
                <a16:creationId xmlns:a16="http://schemas.microsoft.com/office/drawing/2014/main" id="{3EBDBE0F-F52C-4A65-BFDE-28D54BBC017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7368" y="740776"/>
            <a:ext cx="11376000" cy="57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ED9C4342-429C-4718-91C2-3FD1BD4A9A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8632" y="404696"/>
            <a:ext cx="11376000" cy="288000"/>
          </a:xfrm>
        </p:spPr>
        <p:txBody>
          <a:bodyPr tIns="0" b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Addition to the slide title</a:t>
            </a:r>
          </a:p>
          <a:p>
            <a:pPr lvl="0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AEF87B94-0E4E-4D4D-90D2-45EA54A6DECB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gray">
          <a:xfrm>
            <a:off x="6312632" y="1557339"/>
            <a:ext cx="5472000" cy="4463950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Edit text by clicking. Use the "Increase/decrease list level" buttons on the Start tab to switch between the set up text levels.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1" name="Symbol zastępczy daty 10">
            <a:extLst>
              <a:ext uri="{FF2B5EF4-FFF2-40B4-BE49-F238E27FC236}">
                <a16:creationId xmlns:a16="http://schemas.microsoft.com/office/drawing/2014/main" id="{0C373CB0-8B8A-4362-B863-C95BECC62E2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/>
            <a:r>
              <a:rPr lang="de-DE" dirty="0"/>
              <a:t>X. </a:t>
            </a:r>
            <a:r>
              <a:rPr lang="de-DE" dirty="0" err="1"/>
              <a:t>month</a:t>
            </a:r>
            <a:r>
              <a:rPr lang="de-DE" dirty="0"/>
              <a:t> 202X</a:t>
            </a:r>
          </a:p>
        </p:txBody>
      </p:sp>
      <p:sp>
        <p:nvSpPr>
          <p:cNvPr id="15" name="Symbol zastępczy stopki 14">
            <a:extLst>
              <a:ext uri="{FF2B5EF4-FFF2-40B4-BE49-F238E27FC236}">
                <a16:creationId xmlns:a16="http://schemas.microsoft.com/office/drawing/2014/main" id="{BA1D980C-59AB-43EF-9509-A6F5649B043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 dirty="0"/>
              <a:t>PowerPoint Master</a:t>
            </a:r>
          </a:p>
        </p:txBody>
      </p:sp>
      <p:sp>
        <p:nvSpPr>
          <p:cNvPr id="16" name="Symbol zastępczy numeru slajdu 15">
            <a:extLst>
              <a:ext uri="{FF2B5EF4-FFF2-40B4-BE49-F238E27FC236}">
                <a16:creationId xmlns:a16="http://schemas.microsoft.com/office/drawing/2014/main" id="{6AD11080-1B0E-49C4-9D36-0DBD7E44AC75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8CFDFCC3-8B40-4EE5-B231-005F2F1C6A68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556852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793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0818E44A-F63E-4819-AF26-29E2960B67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547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0818E44A-F63E-4819-AF26-29E2960B67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2D10AAE-E753-4D86-8315-2C9BB6BF66E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407989" y="1556792"/>
            <a:ext cx="3600000" cy="4464075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Edit text by clicking. Use the "Increase/decrease list level" buttons on the Start tab to switch between the set up text levels.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8" y="6165328"/>
            <a:ext cx="11376000" cy="2160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 err="1"/>
              <a:t>Footnote</a:t>
            </a:r>
            <a:r>
              <a:rPr lang="de-DE" dirty="0"/>
              <a:t>/ source</a:t>
            </a:r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2" name="Titelplatzhalter 1">
            <a:extLst>
              <a:ext uri="{FF2B5EF4-FFF2-40B4-BE49-F238E27FC236}">
                <a16:creationId xmlns:a16="http://schemas.microsoft.com/office/drawing/2014/main" id="{3EBDBE0F-F52C-4A65-BFDE-28D54BBC017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7368" y="740776"/>
            <a:ext cx="11376000" cy="57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ED9C4342-429C-4718-91C2-3FD1BD4A9A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8632" y="404696"/>
            <a:ext cx="11376000" cy="288000"/>
          </a:xfrm>
        </p:spPr>
        <p:txBody>
          <a:bodyPr tIns="0" b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Addition to the slide title</a:t>
            </a:r>
          </a:p>
          <a:p>
            <a:pPr lvl="0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AEF87B94-0E4E-4D4D-90D2-45EA54A6DECB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gray">
          <a:xfrm>
            <a:off x="4295800" y="1557213"/>
            <a:ext cx="3600000" cy="4464075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Edit text by clicking. Use the "Increase/decrease list level" buttons on the Start tab to switch between the set up text levels.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EC89F919-1B13-4706-A895-5230C18E4967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 bwMode="gray">
          <a:xfrm>
            <a:off x="8184632" y="1557338"/>
            <a:ext cx="3600000" cy="4464075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Edit text by clicking. Use the "Increase/decrease list level" buttons on the Start tab to switch between the set up text levels.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5" name="Symbol zastępczy daty 14">
            <a:extLst>
              <a:ext uri="{FF2B5EF4-FFF2-40B4-BE49-F238E27FC236}">
                <a16:creationId xmlns:a16="http://schemas.microsoft.com/office/drawing/2014/main" id="{55D96B04-E234-4014-8FCC-6487952D453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pPr algn="r"/>
            <a:r>
              <a:rPr lang="de-DE" dirty="0"/>
              <a:t>X. </a:t>
            </a:r>
            <a:r>
              <a:rPr lang="de-DE" dirty="0" err="1"/>
              <a:t>month</a:t>
            </a:r>
            <a:r>
              <a:rPr lang="de-DE" dirty="0"/>
              <a:t> 202X</a:t>
            </a:r>
          </a:p>
        </p:txBody>
      </p:sp>
      <p:sp>
        <p:nvSpPr>
          <p:cNvPr id="16" name="Symbol zastępczy stopki 15">
            <a:extLst>
              <a:ext uri="{FF2B5EF4-FFF2-40B4-BE49-F238E27FC236}">
                <a16:creationId xmlns:a16="http://schemas.microsoft.com/office/drawing/2014/main" id="{BA63FE83-0C55-400A-9C1A-02449CD5555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de-DE" dirty="0"/>
              <a:t>PowerPoint Master</a:t>
            </a:r>
          </a:p>
        </p:txBody>
      </p:sp>
      <p:sp>
        <p:nvSpPr>
          <p:cNvPr id="17" name="Symbol zastępczy numeru slajdu 16">
            <a:extLst>
              <a:ext uri="{FF2B5EF4-FFF2-40B4-BE49-F238E27FC236}">
                <a16:creationId xmlns:a16="http://schemas.microsoft.com/office/drawing/2014/main" id="{28D347F1-B51D-47EF-954D-19F05A85137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8CFDFCC3-8B40-4EE5-B231-005F2F1C6A68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14124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793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grafische Bühne 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>
            <a:extLst>
              <a:ext uri="{FF2B5EF4-FFF2-40B4-BE49-F238E27FC236}">
                <a16:creationId xmlns:a16="http://schemas.microsoft.com/office/drawing/2014/main" id="{815C34BC-9550-479A-8EB8-445796C5143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4039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2" name="Objekt 1" hidden="1">
                        <a:extLst>
                          <a:ext uri="{FF2B5EF4-FFF2-40B4-BE49-F238E27FC236}">
                            <a16:creationId xmlns:a16="http://schemas.microsoft.com/office/drawing/2014/main" id="{815C34BC-9550-479A-8EB8-445796C514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2D10AAE-E753-4D86-8315-2C9BB6BF66E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407989" y="1557338"/>
            <a:ext cx="5472112" cy="4464049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Edit text by clicking. Use the "Increase/decrease list level" buttons on the Start tab to switch between the set up text levels.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9" y="6165328"/>
            <a:ext cx="5472732" cy="2160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 err="1"/>
              <a:t>Footnote</a:t>
            </a:r>
            <a:r>
              <a:rPr lang="de-DE" dirty="0"/>
              <a:t>/ source</a:t>
            </a:r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2" name="Titelplatzhalter 1">
            <a:extLst>
              <a:ext uri="{FF2B5EF4-FFF2-40B4-BE49-F238E27FC236}">
                <a16:creationId xmlns:a16="http://schemas.microsoft.com/office/drawing/2014/main" id="{3EBDBE0F-F52C-4A65-BFDE-28D54BBC017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7369" y="740776"/>
            <a:ext cx="5472732" cy="57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ED9C4342-429C-4718-91C2-3FD1BD4A9A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8633" y="404696"/>
            <a:ext cx="5471468" cy="288000"/>
          </a:xfrm>
        </p:spPr>
        <p:txBody>
          <a:bodyPr tIns="0" b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Addition to the slide title</a:t>
            </a:r>
          </a:p>
          <a:p>
            <a:pPr lvl="0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04ECF5D8-597F-433C-8071-7F63B641BBB2}"/>
              </a:ext>
            </a:extLst>
          </p:cNvPr>
          <p:cNvSpPr/>
          <p:nvPr userDrawn="1"/>
        </p:nvSpPr>
        <p:spPr bwMode="gray">
          <a:xfrm>
            <a:off x="6311900" y="0"/>
            <a:ext cx="5880099" cy="6858000"/>
          </a:xfrm>
          <a:prstGeom prst="rect">
            <a:avLst/>
          </a:prstGeom>
          <a:gradFill flip="none" rotWithShape="1">
            <a:gsLst>
              <a:gs pos="0">
                <a:srgbClr val="006FB9"/>
              </a:gs>
              <a:gs pos="60000">
                <a:srgbClr val="0050AA"/>
              </a:gs>
              <a:gs pos="100000">
                <a:srgbClr val="003565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89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F4DD610-2368-4729-979C-69C66C382CB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de-DE" dirty="0"/>
              <a:t>X. </a:t>
            </a:r>
            <a:r>
              <a:rPr lang="de-DE" dirty="0" err="1"/>
              <a:t>month</a:t>
            </a:r>
            <a:r>
              <a:rPr lang="de-DE" dirty="0"/>
              <a:t> 202X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0C5F920-6526-419F-93CD-71241C26F66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PowerPoint Master</a:t>
            </a:r>
            <a:endParaRPr lang="de-DE" b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0ACDA27-4503-41E6-B4EF-5FA9C82CB2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CFDFCC3-8B40-4EE5-B231-005F2F1C6A68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69976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793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grafische Bühn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83D06834-44FF-4BAC-9D0E-C47BE59757F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3448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83D06834-44FF-4BAC-9D0E-C47BE59757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2D10AAE-E753-4D86-8315-2C9BB6BF66E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407988" y="1557338"/>
            <a:ext cx="7488237" cy="4464049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Edit text by clicking. Use the "Increase/decrease list level" buttons on the Start tab to switch between the set up text levels.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8" y="6165328"/>
            <a:ext cx="7488857" cy="2160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 err="1"/>
              <a:t>Footnote</a:t>
            </a:r>
            <a:r>
              <a:rPr lang="de-DE" dirty="0"/>
              <a:t>/ source</a:t>
            </a:r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2" name="Titelplatzhalter 1">
            <a:extLst>
              <a:ext uri="{FF2B5EF4-FFF2-40B4-BE49-F238E27FC236}">
                <a16:creationId xmlns:a16="http://schemas.microsoft.com/office/drawing/2014/main" id="{3EBDBE0F-F52C-4A65-BFDE-28D54BBC017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7368" y="740776"/>
            <a:ext cx="7488857" cy="57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ED9C4342-429C-4718-91C2-3FD1BD4A9A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8632" y="404696"/>
            <a:ext cx="7487593" cy="288000"/>
          </a:xfrm>
        </p:spPr>
        <p:txBody>
          <a:bodyPr tIns="0" b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Addition to the slide title</a:t>
            </a:r>
          </a:p>
          <a:p>
            <a:pPr lvl="0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04ECF5D8-597F-433C-8071-7F63B641BBB2}"/>
              </a:ext>
            </a:extLst>
          </p:cNvPr>
          <p:cNvSpPr/>
          <p:nvPr userDrawn="1"/>
        </p:nvSpPr>
        <p:spPr bwMode="gray">
          <a:xfrm>
            <a:off x="8183562" y="0"/>
            <a:ext cx="4008437" cy="6858000"/>
          </a:xfrm>
          <a:prstGeom prst="rect">
            <a:avLst/>
          </a:prstGeom>
          <a:gradFill flip="none" rotWithShape="1">
            <a:gsLst>
              <a:gs pos="0">
                <a:srgbClr val="006FB9"/>
              </a:gs>
              <a:gs pos="60000">
                <a:srgbClr val="0050AA"/>
              </a:gs>
              <a:gs pos="100000">
                <a:srgbClr val="003565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89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9ECEF76-3969-412F-86F3-1A1BE3534A8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de-DE" dirty="0"/>
              <a:t>X. </a:t>
            </a:r>
            <a:r>
              <a:rPr lang="de-DE" dirty="0" err="1"/>
              <a:t>month</a:t>
            </a:r>
            <a:r>
              <a:rPr lang="de-DE" dirty="0"/>
              <a:t> 202X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68D9AF4-BD8E-4650-A66A-81DB0156315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PowerPoint Master</a:t>
            </a:r>
            <a:endParaRPr lang="de-DE" b="0" dirty="0"/>
          </a:p>
        </p:txBody>
      </p:sp>
      <p:sp>
        <p:nvSpPr>
          <p:cNvPr id="15" name="Foliennummernplatzhalter 4">
            <a:extLst>
              <a:ext uri="{FF2B5EF4-FFF2-40B4-BE49-F238E27FC236}">
                <a16:creationId xmlns:a16="http://schemas.microsoft.com/office/drawing/2014/main" id="{97DC8CB9-25A8-46A3-BD7C-0371E033FE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24013" y="6525368"/>
            <a:ext cx="360000" cy="21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CFDFCC3-8B40-4EE5-B231-005F2F1C6A68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296447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793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39889991-D7C3-47DC-A0E7-496256CBD9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547626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39889991-D7C3-47DC-A0E7-496256CBD9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9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8632" y="404696"/>
            <a:ext cx="11376000" cy="288000"/>
          </a:xfrm>
        </p:spPr>
        <p:txBody>
          <a:bodyPr tIns="0" b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Addition to the slide title</a:t>
            </a:r>
          </a:p>
          <a:p>
            <a:pPr lvl="0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3FAEC6-8B23-4327-9DFE-B48C2DF8AA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8" y="6165328"/>
            <a:ext cx="11376000" cy="2160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 err="1"/>
              <a:t>Footnote</a:t>
            </a:r>
            <a:r>
              <a:rPr lang="de-DE" dirty="0"/>
              <a:t>/ source</a:t>
            </a:r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E8BE66F-899A-4EEE-8357-5D8804E5B61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de-DE" dirty="0"/>
              <a:t>X. </a:t>
            </a:r>
            <a:r>
              <a:rPr lang="de-DE" dirty="0" err="1"/>
              <a:t>month</a:t>
            </a:r>
            <a:r>
              <a:rPr lang="de-DE" dirty="0"/>
              <a:t> 202X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019722D-98AB-4C04-B345-FEA8A37D754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PowerPoint Master</a:t>
            </a:r>
            <a:endParaRPr lang="de-DE" b="0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78EDF34-D83F-47D7-90B2-2FBAB1018D7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8CFDFCC3-8B40-4EE5-B231-005F2F1C6A68}" type="slidenum">
              <a:rPr lang="de-DE" smtClean="0"/>
              <a:pPr algn="r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38990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793" userDrawn="1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uziert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211E6238-6B3F-42F9-B0C2-E51B74CFD73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45142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211E6238-6B3F-42F9-B0C2-E51B74CFD7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8" y="6165328"/>
            <a:ext cx="11376000" cy="2160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 err="1"/>
              <a:t>Footnote</a:t>
            </a:r>
            <a:r>
              <a:rPr lang="de-DE" dirty="0"/>
              <a:t>/ source</a:t>
            </a:r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2" name="Titelplatzhalter 1">
            <a:extLst>
              <a:ext uri="{FF2B5EF4-FFF2-40B4-BE49-F238E27FC236}">
                <a16:creationId xmlns:a16="http://schemas.microsoft.com/office/drawing/2014/main" id="{3EBDBE0F-F52C-4A65-BFDE-28D54BBC01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7368" y="116632"/>
            <a:ext cx="11376000" cy="28836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Please only use if large cross tables or key figure tables are used,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FF5A8C7-FE4D-4452-9E15-4B91B266A0E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de-DE" dirty="0"/>
              <a:t>X. </a:t>
            </a:r>
            <a:r>
              <a:rPr lang="de-DE" dirty="0" err="1"/>
              <a:t>month</a:t>
            </a:r>
            <a:r>
              <a:rPr lang="de-DE" dirty="0"/>
              <a:t> 202X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E7A1D4A-1311-426B-A2A9-64E1F7FE374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PowerPoint Master</a:t>
            </a:r>
            <a:endParaRPr lang="de-DE" b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ED5A52-36B6-4A34-9598-8ADDB99234B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8CFDFCC3-8B40-4EE5-B231-005F2F1C6A68}" type="slidenum">
              <a:rPr lang="de-DE" smtClean="0"/>
              <a:pPr algn="r"/>
              <a:t>‹#›</a:t>
            </a:fld>
            <a:endParaRPr lang="de-DE" dirty="0"/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71EB2444-B66C-4C40-A38B-0D92751C706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407987" y="477000"/>
            <a:ext cx="11376025" cy="432000"/>
          </a:xfrm>
        </p:spPr>
        <p:txBody>
          <a:bodyPr/>
          <a:lstStyle>
            <a:lvl1pPr marL="180000" indent="-1800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+mn-lt"/>
              </a:defRPr>
            </a:lvl1pPr>
            <a:lvl2pPr marL="180000" indent="-1800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+mn-lt"/>
              </a:defRPr>
            </a:lvl2pPr>
            <a:lvl3pPr marL="180000" indent="-1800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+mn-lt"/>
              </a:defRPr>
            </a:lvl3pPr>
            <a:lvl4pPr marL="180000" indent="-1800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+mn-lt"/>
              </a:defRPr>
            </a:lvl4pPr>
            <a:lvl5pPr marL="180000" indent="-1800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+mn-lt"/>
              </a:defRPr>
            </a:lvl5pPr>
            <a:lvl6pPr marL="180000" indent="-1800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+mn-lt"/>
              </a:defRPr>
            </a:lvl6pPr>
            <a:lvl7pPr marL="180000" indent="-1800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+mn-lt"/>
              </a:defRPr>
            </a:lvl7pPr>
            <a:lvl8pPr marL="180000" indent="-1800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+mn-lt"/>
              </a:defRPr>
            </a:lvl8pPr>
            <a:lvl9pPr marL="180000" indent="-1800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that do not have enough space in other layouts.</a:t>
            </a:r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68607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793" userDrawn="1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62EF2F3-AE5D-4BD1-B244-0252E5F5621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0" y="0"/>
            <a:ext cx="12191999" cy="6857999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246962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ein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>
            <a:extLst>
              <a:ext uri="{FF2B5EF4-FFF2-40B4-BE49-F238E27FC236}">
                <a16:creationId xmlns:a16="http://schemas.microsoft.com/office/drawing/2014/main" id="{F916A45A-EC1B-4CC7-A5E6-073835D9E66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6774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2" name="Objekt 1" hidden="1">
                        <a:extLst>
                          <a:ext uri="{FF2B5EF4-FFF2-40B4-BE49-F238E27FC236}">
                            <a16:creationId xmlns:a16="http://schemas.microsoft.com/office/drawing/2014/main" id="{F916A45A-EC1B-4CC7-A5E6-073835D9E6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E8CB5280-FF36-45FF-A7EA-8A788876514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6312024" y="0"/>
            <a:ext cx="5879975" cy="6857999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2D10AAE-E753-4D86-8315-2C9BB6BF66E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407989" y="1557339"/>
            <a:ext cx="5472000" cy="4463950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  <a:lvl6pPr>
              <a:defRPr>
                <a:solidFill>
                  <a:schemeClr val="tx1"/>
                </a:solidFill>
                <a:latin typeface="+mn-lt"/>
              </a:defRPr>
            </a:lvl6pPr>
            <a:lvl7pPr>
              <a:defRPr>
                <a:solidFill>
                  <a:schemeClr val="tx1"/>
                </a:solidFill>
                <a:latin typeface="+mn-lt"/>
              </a:defRPr>
            </a:lvl7pPr>
            <a:lvl8pPr>
              <a:defRPr>
                <a:solidFill>
                  <a:schemeClr val="tx1"/>
                </a:solidFill>
                <a:latin typeface="+mn-lt"/>
              </a:defRPr>
            </a:lvl8pPr>
            <a:lvl9pPr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Edit text by clicking. Use the "Increase/decrease list level" buttons on the Start tab to switch between the set up text levels.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8" y="6165328"/>
            <a:ext cx="5472000" cy="2160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 err="1"/>
              <a:t>Footnote</a:t>
            </a:r>
            <a:r>
              <a:rPr lang="de-DE" dirty="0"/>
              <a:t>/ source</a:t>
            </a:r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2" name="Titelplatzhalter 1">
            <a:extLst>
              <a:ext uri="{FF2B5EF4-FFF2-40B4-BE49-F238E27FC236}">
                <a16:creationId xmlns:a16="http://schemas.microsoft.com/office/drawing/2014/main" id="{3EBDBE0F-F52C-4A65-BFDE-28D54BBC017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7368" y="740776"/>
            <a:ext cx="5472732" cy="57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ED9C4342-429C-4718-91C2-3FD1BD4A9A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8632" y="404696"/>
            <a:ext cx="5472000" cy="288000"/>
          </a:xfrm>
        </p:spPr>
        <p:txBody>
          <a:bodyPr tIns="0" b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Addition to the slide title</a:t>
            </a:r>
          </a:p>
          <a:p>
            <a:pPr lvl="0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A8BDF05-DA9C-4140-BBCE-A540250E50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de-DE" dirty="0"/>
              <a:t>X. </a:t>
            </a:r>
            <a:r>
              <a:rPr lang="de-DE" dirty="0" err="1"/>
              <a:t>month</a:t>
            </a:r>
            <a:r>
              <a:rPr lang="de-DE" dirty="0"/>
              <a:t> 202X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713DA2-6385-4731-9857-4EA4ABB202D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PowerPoint Master</a:t>
            </a:r>
            <a:endParaRPr lang="de-DE" b="0" dirty="0"/>
          </a:p>
        </p:txBody>
      </p:sp>
    </p:spTree>
    <p:extLst>
      <p:ext uri="{BB962C8B-B14F-4D97-AF65-F5344CB8AC3E}">
        <p14:creationId xmlns:p14="http://schemas.microsoft.com/office/powerpoint/2010/main" val="2273699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793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zw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iekt 7" hidden="1">
            <a:extLst>
              <a:ext uri="{FF2B5EF4-FFF2-40B4-BE49-F238E27FC236}">
                <a16:creationId xmlns:a16="http://schemas.microsoft.com/office/drawing/2014/main" id="{01794039-6EE9-42EA-AEBC-3793E6922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320980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8" name="Obiekt 7" hidden="1">
                        <a:extLst>
                          <a:ext uri="{FF2B5EF4-FFF2-40B4-BE49-F238E27FC236}">
                            <a16:creationId xmlns:a16="http://schemas.microsoft.com/office/drawing/2014/main" id="{01794039-6EE9-42EA-AEBC-3793E6922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72EA302A-73E1-4E4F-B4BD-5AB867F331A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6312025" y="3429000"/>
            <a:ext cx="5879975" cy="3429000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2D10AAE-E753-4D86-8315-2C9BB6BF66E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407989" y="1557339"/>
            <a:ext cx="5472000" cy="4463950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  <a:lvl6pPr>
              <a:defRPr>
                <a:solidFill>
                  <a:schemeClr val="tx1"/>
                </a:solidFill>
                <a:latin typeface="+mn-lt"/>
              </a:defRPr>
            </a:lvl6pPr>
            <a:lvl7pPr>
              <a:defRPr>
                <a:solidFill>
                  <a:schemeClr val="tx1"/>
                </a:solidFill>
                <a:latin typeface="+mn-lt"/>
              </a:defRPr>
            </a:lvl7pPr>
            <a:lvl8pPr>
              <a:defRPr>
                <a:solidFill>
                  <a:schemeClr val="tx1"/>
                </a:solidFill>
                <a:latin typeface="+mn-lt"/>
              </a:defRPr>
            </a:lvl8pPr>
            <a:lvl9pPr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Edit text by clicking. Use the "Increase/decrease list level" buttons on the Start tab to switch between the set up text levels.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8" y="6165328"/>
            <a:ext cx="5472000" cy="2160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 err="1"/>
              <a:t>Footnote</a:t>
            </a:r>
            <a:r>
              <a:rPr lang="de-DE" dirty="0"/>
              <a:t>/ source</a:t>
            </a:r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2" name="Titelplatzhalter 1">
            <a:extLst>
              <a:ext uri="{FF2B5EF4-FFF2-40B4-BE49-F238E27FC236}">
                <a16:creationId xmlns:a16="http://schemas.microsoft.com/office/drawing/2014/main" id="{3EBDBE0F-F52C-4A65-BFDE-28D54BBC017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7368" y="740776"/>
            <a:ext cx="5472732" cy="57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ED9C4342-429C-4718-91C2-3FD1BD4A9A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8632" y="404696"/>
            <a:ext cx="5472000" cy="288000"/>
          </a:xfrm>
        </p:spPr>
        <p:txBody>
          <a:bodyPr tIns="0" b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Addition to the slide title</a:t>
            </a:r>
          </a:p>
          <a:p>
            <a:pPr lvl="0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E8CB5280-FF36-45FF-A7EA-8A788876514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6312024" y="1"/>
            <a:ext cx="5879975" cy="3429000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29EE2EA-4DD7-4C2A-A348-6510E8D3B8A2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de-DE" dirty="0"/>
              <a:t>X. </a:t>
            </a:r>
            <a:r>
              <a:rPr lang="de-DE" dirty="0" err="1"/>
              <a:t>month</a:t>
            </a:r>
            <a:r>
              <a:rPr lang="de-DE" dirty="0"/>
              <a:t> 202X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F2FBC02-8D0A-4411-A701-FB3C646EF58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/>
              <a:t>PowerPoint Master</a:t>
            </a:r>
            <a:endParaRPr lang="de-DE" b="0" dirty="0"/>
          </a:p>
        </p:txBody>
      </p:sp>
    </p:spTree>
    <p:extLst>
      <p:ext uri="{BB962C8B-B14F-4D97-AF65-F5344CB8AC3E}">
        <p14:creationId xmlns:p14="http://schemas.microsoft.com/office/powerpoint/2010/main" val="3816982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793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drei Bilder 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iekt 7" hidden="1">
            <a:extLst>
              <a:ext uri="{FF2B5EF4-FFF2-40B4-BE49-F238E27FC236}">
                <a16:creationId xmlns:a16="http://schemas.microsoft.com/office/drawing/2014/main" id="{F5914911-BEE2-4A92-94B8-B86F367898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762721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8" name="Obiekt 7" hidden="1">
                        <a:extLst>
                          <a:ext uri="{FF2B5EF4-FFF2-40B4-BE49-F238E27FC236}">
                            <a16:creationId xmlns:a16="http://schemas.microsoft.com/office/drawing/2014/main" id="{F5914911-BEE2-4A92-94B8-B86F367898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72EA302A-73E1-4E4F-B4BD-5AB867F331A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6312025" y="3429000"/>
            <a:ext cx="5879975" cy="3429000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2D10AAE-E753-4D86-8315-2C9BB6BF66E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407989" y="1557339"/>
            <a:ext cx="5472000" cy="4463950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  <a:lvl6pPr>
              <a:defRPr>
                <a:solidFill>
                  <a:schemeClr val="tx1"/>
                </a:solidFill>
                <a:latin typeface="+mn-lt"/>
              </a:defRPr>
            </a:lvl6pPr>
            <a:lvl7pPr>
              <a:defRPr>
                <a:solidFill>
                  <a:schemeClr val="tx1"/>
                </a:solidFill>
                <a:latin typeface="+mn-lt"/>
              </a:defRPr>
            </a:lvl7pPr>
            <a:lvl8pPr>
              <a:defRPr>
                <a:solidFill>
                  <a:schemeClr val="tx1"/>
                </a:solidFill>
                <a:latin typeface="+mn-lt"/>
              </a:defRPr>
            </a:lvl8pPr>
            <a:lvl9pPr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Edit text by clicking. Use the "Increase/decrease list level" buttons on the Start tab to switch between the set up text levels.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8" y="6165328"/>
            <a:ext cx="5472000" cy="2160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 err="1"/>
              <a:t>Footnote</a:t>
            </a:r>
            <a:r>
              <a:rPr lang="de-DE" dirty="0"/>
              <a:t>/ source</a:t>
            </a:r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2" name="Titelplatzhalter 1">
            <a:extLst>
              <a:ext uri="{FF2B5EF4-FFF2-40B4-BE49-F238E27FC236}">
                <a16:creationId xmlns:a16="http://schemas.microsoft.com/office/drawing/2014/main" id="{3EBDBE0F-F52C-4A65-BFDE-28D54BBC017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7368" y="740776"/>
            <a:ext cx="5472732" cy="57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ED9C4342-429C-4718-91C2-3FD1BD4A9A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8632" y="404696"/>
            <a:ext cx="5472000" cy="288000"/>
          </a:xfrm>
        </p:spPr>
        <p:txBody>
          <a:bodyPr tIns="0" b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Addition to the slide title</a:t>
            </a:r>
          </a:p>
          <a:p>
            <a:pPr lvl="0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E8CB5280-FF36-45FF-A7EA-8A788876514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6312024" y="1"/>
            <a:ext cx="3097089" cy="3429000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9FB83DFD-5A5B-4FEC-89F4-CBBAD40D217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gray">
          <a:xfrm>
            <a:off x="9409113" y="0"/>
            <a:ext cx="2782887" cy="3429000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F206B50-4E0B-490D-B448-6C8D3775A3C8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de-DE" dirty="0"/>
              <a:t>X. </a:t>
            </a:r>
            <a:r>
              <a:rPr lang="de-DE" dirty="0" err="1"/>
              <a:t>month</a:t>
            </a:r>
            <a:r>
              <a:rPr lang="de-DE" dirty="0"/>
              <a:t> 202X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3C64CF2-1E17-4044-91EC-BB51A7581D48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de-DE"/>
              <a:t>PowerPoint Master</a:t>
            </a:r>
            <a:endParaRPr lang="de-DE" b="0" dirty="0"/>
          </a:p>
        </p:txBody>
      </p:sp>
    </p:spTree>
    <p:extLst>
      <p:ext uri="{BB962C8B-B14F-4D97-AF65-F5344CB8AC3E}">
        <p14:creationId xmlns:p14="http://schemas.microsoft.com/office/powerpoint/2010/main" val="2933468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793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drei Bilder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>
            <a:extLst>
              <a:ext uri="{FF2B5EF4-FFF2-40B4-BE49-F238E27FC236}">
                <a16:creationId xmlns:a16="http://schemas.microsoft.com/office/drawing/2014/main" id="{8720CC2A-69E5-4868-B716-9775A7ECA18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55678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2" name="Objekt 1" hidden="1">
                        <a:extLst>
                          <a:ext uri="{FF2B5EF4-FFF2-40B4-BE49-F238E27FC236}">
                            <a16:creationId xmlns:a16="http://schemas.microsoft.com/office/drawing/2014/main" id="{8720CC2A-69E5-4868-B716-9775A7ECA1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1DBD824E-7BD9-42EB-A741-717B9ED9C6A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gray">
          <a:xfrm>
            <a:off x="8183563" y="4590000"/>
            <a:ext cx="4008437" cy="2268000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2D10AAE-E753-4D86-8315-2C9BB6BF66E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407989" y="1557339"/>
            <a:ext cx="7488236" cy="1296000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  <a:lvl6pPr>
              <a:defRPr>
                <a:solidFill>
                  <a:schemeClr val="tx1"/>
                </a:solidFill>
                <a:latin typeface="+mn-lt"/>
              </a:defRPr>
            </a:lvl6pPr>
            <a:lvl7pPr>
              <a:defRPr>
                <a:solidFill>
                  <a:schemeClr val="tx1"/>
                </a:solidFill>
                <a:latin typeface="+mn-lt"/>
              </a:defRPr>
            </a:lvl7pPr>
            <a:lvl8pPr>
              <a:defRPr>
                <a:solidFill>
                  <a:schemeClr val="tx1"/>
                </a:solidFill>
                <a:latin typeface="+mn-lt"/>
              </a:defRPr>
            </a:lvl8pPr>
            <a:lvl9pPr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Edit text by clicking. Use the "Increase/decrease list level" buttons on the Start tab to switch between the set up text levels.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7" y="6165328"/>
            <a:ext cx="7488857" cy="2160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 err="1"/>
              <a:t>Footnote</a:t>
            </a:r>
            <a:r>
              <a:rPr lang="de-DE" dirty="0"/>
              <a:t>/ source</a:t>
            </a:r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2" name="Titelplatzhalter 1">
            <a:extLst>
              <a:ext uri="{FF2B5EF4-FFF2-40B4-BE49-F238E27FC236}">
                <a16:creationId xmlns:a16="http://schemas.microsoft.com/office/drawing/2014/main" id="{3EBDBE0F-F52C-4A65-BFDE-28D54BBC017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7367" y="740776"/>
            <a:ext cx="7488857" cy="57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ED9C4342-429C-4718-91C2-3FD1BD4A9A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8631" y="404696"/>
            <a:ext cx="7487593" cy="288000"/>
          </a:xfrm>
        </p:spPr>
        <p:txBody>
          <a:bodyPr tIns="0" b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Addition to the slide title</a:t>
            </a:r>
          </a:p>
          <a:p>
            <a:pPr lvl="0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E8CB5280-FF36-45FF-A7EA-8A788876514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8183563" y="0"/>
            <a:ext cx="4008437" cy="2268000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72EA302A-73E1-4E4F-B4BD-5AB867F331A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8183563" y="2268000"/>
            <a:ext cx="4008437" cy="2322000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B50ECE-B0BA-455D-8F30-CE845B849E8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de-DE" dirty="0"/>
              <a:t>X. </a:t>
            </a:r>
            <a:r>
              <a:rPr lang="de-DE" dirty="0" err="1"/>
              <a:t>month</a:t>
            </a:r>
            <a:r>
              <a:rPr lang="de-DE" dirty="0"/>
              <a:t> 202X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7DB6783-981C-4B47-9092-89F09DE80A8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PowerPoint Master</a:t>
            </a:r>
            <a:endParaRPr lang="de-DE" b="0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0C8C35B0-D28C-470A-9370-CD75020BFE3D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 bwMode="gray">
          <a:xfrm>
            <a:off x="407989" y="3140968"/>
            <a:ext cx="7488236" cy="1296000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  <a:lvl6pPr>
              <a:defRPr>
                <a:solidFill>
                  <a:schemeClr val="tx1"/>
                </a:solidFill>
                <a:latin typeface="+mn-lt"/>
              </a:defRPr>
            </a:lvl6pPr>
            <a:lvl7pPr>
              <a:defRPr>
                <a:solidFill>
                  <a:schemeClr val="tx1"/>
                </a:solidFill>
                <a:latin typeface="+mn-lt"/>
              </a:defRPr>
            </a:lvl7pPr>
            <a:lvl8pPr>
              <a:defRPr>
                <a:solidFill>
                  <a:schemeClr val="tx1"/>
                </a:solidFill>
                <a:latin typeface="+mn-lt"/>
              </a:defRPr>
            </a:lvl8pPr>
            <a:lvl9pPr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Edit text by clicking. Use the "Increase/decrease list level" buttons on the Start tab to switch between the set up text levels.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34C99758-AEB9-4B74-A583-4F20E16B1F20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 bwMode="gray">
          <a:xfrm>
            <a:off x="407989" y="4725144"/>
            <a:ext cx="7488000" cy="1296000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  <a:lvl6pPr>
              <a:defRPr>
                <a:solidFill>
                  <a:schemeClr val="tx1"/>
                </a:solidFill>
                <a:latin typeface="+mn-lt"/>
              </a:defRPr>
            </a:lvl6pPr>
            <a:lvl7pPr>
              <a:defRPr>
                <a:solidFill>
                  <a:schemeClr val="tx1"/>
                </a:solidFill>
                <a:latin typeface="+mn-lt"/>
              </a:defRPr>
            </a:lvl7pPr>
            <a:lvl8pPr>
              <a:defRPr>
                <a:solidFill>
                  <a:schemeClr val="tx1"/>
                </a:solidFill>
                <a:latin typeface="+mn-lt"/>
              </a:defRPr>
            </a:lvl8pPr>
            <a:lvl9pPr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Edit text by clicking. Use the "Increase/decrease list level" buttons on the Start tab to switch between the set up text levels.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989444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793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 mit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D60E7720-E200-4DB9-AB42-74BC7931B8F5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gray">
          <a:xfrm>
            <a:off x="4296421" y="4077072"/>
            <a:ext cx="3599779" cy="1943668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Edit text by clicking. Use the "Increase/decrease list level" buttons on the Start tab to switch between the set up text levels.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8D1CB9BA-DB08-442B-BB4B-78414B60D076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 bwMode="gray">
          <a:xfrm>
            <a:off x="8184232" y="4077072"/>
            <a:ext cx="3599779" cy="1943668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Edit text by clicking. Use the "Increase/decrease list level" buttons on the Start tab to switch between the set up text levels.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2D10AAE-E753-4D86-8315-2C9BB6BF66E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407989" y="4077072"/>
            <a:ext cx="3599779" cy="1943668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Edit text by clicking. Use the "Increase/decrease list level" buttons on the Start tab to switch between the set up text levels.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7" y="6165328"/>
            <a:ext cx="11376645" cy="2160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 err="1"/>
              <a:t>Footnote</a:t>
            </a:r>
            <a:r>
              <a:rPr lang="de-DE" dirty="0"/>
              <a:t>/ source</a:t>
            </a:r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2" name="Titelplatzhalter 1">
            <a:extLst>
              <a:ext uri="{FF2B5EF4-FFF2-40B4-BE49-F238E27FC236}">
                <a16:creationId xmlns:a16="http://schemas.microsoft.com/office/drawing/2014/main" id="{3EBDBE0F-F52C-4A65-BFDE-28D54BBC017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7367" y="740776"/>
            <a:ext cx="11376645" cy="57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ED9C4342-429C-4718-91C2-3FD1BD4A9A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8632" y="404696"/>
            <a:ext cx="11376000" cy="288000"/>
          </a:xfrm>
        </p:spPr>
        <p:txBody>
          <a:bodyPr tIns="0" b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Addition to the slide title</a:t>
            </a:r>
          </a:p>
          <a:p>
            <a:pPr lvl="0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E8CB5280-FF36-45FF-A7EA-8A788876514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0" y="1557040"/>
            <a:ext cx="4187788" cy="2304008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AF7A689D-901E-4B0D-900B-83F0EE07FBD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4187785" y="1557040"/>
            <a:ext cx="3816431" cy="2304008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AE73C007-3BC4-4F4D-B146-DBF572331A7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 bwMode="gray">
          <a:xfrm>
            <a:off x="8004216" y="1557040"/>
            <a:ext cx="4187784" cy="2304008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B38B435-437A-4B44-849D-F23018BA51F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de-DE" dirty="0"/>
              <a:t>X. </a:t>
            </a:r>
            <a:r>
              <a:rPr lang="de-DE" dirty="0" err="1"/>
              <a:t>month</a:t>
            </a:r>
            <a:r>
              <a:rPr lang="de-DE" dirty="0"/>
              <a:t> 202X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82B779B-7CC9-436F-94F9-869E854FB96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de-DE"/>
              <a:t>PowerPoint Master</a:t>
            </a:r>
            <a:endParaRPr lang="de-DE" b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ACDD30F-F971-47F1-8BD7-CA36DF36C46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pPr algn="r"/>
            <a:fld id="{8CFDFCC3-8B40-4EE5-B231-005F2F1C6A68}" type="slidenum">
              <a:rPr lang="de-DE" smtClean="0"/>
              <a:pPr algn="r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7252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793">
          <p15:clr>
            <a:srgbClr val="5ACBF0"/>
          </p15:clr>
        </p15:guide>
        <p15:guide id="3" orient="horz" pos="2432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Bilder mit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>
            <a:extLst>
              <a:ext uri="{FF2B5EF4-FFF2-40B4-BE49-F238E27FC236}">
                <a16:creationId xmlns:a16="http://schemas.microsoft.com/office/drawing/2014/main" id="{59C4CD7F-32FC-4BB4-BA7E-179B0107D6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86962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2" name="Objekt 1" hidden="1">
                        <a:extLst>
                          <a:ext uri="{FF2B5EF4-FFF2-40B4-BE49-F238E27FC236}">
                            <a16:creationId xmlns:a16="http://schemas.microsoft.com/office/drawing/2014/main" id="{59C4CD7F-32FC-4BB4-BA7E-179B0107D6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8AAAFE53-B217-4863-83D4-FC060BAB860C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 bwMode="gray">
          <a:xfrm>
            <a:off x="9264632" y="3573564"/>
            <a:ext cx="2520000" cy="244772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Enter text; Set up text levels can be changed with the buttons “Increase/decrease list level” in the “Start” tab.</a:t>
            </a:r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D60E7720-E200-4DB9-AB42-74BC7931B8F5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gray">
          <a:xfrm>
            <a:off x="3359696" y="3573016"/>
            <a:ext cx="2520000" cy="244772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Enter text; Set up text levels can be changed with the buttons “Increase/decrease list level” in the “Start” tab.</a:t>
            </a:r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8D1CB9BA-DB08-442B-BB4B-78414B60D076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 bwMode="gray">
          <a:xfrm>
            <a:off x="6312024" y="3573016"/>
            <a:ext cx="2520000" cy="244772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Enter text; Set up text levels can be changed with the buttons “Increase/decrease list level” in the “Start” tab.</a:t>
            </a:r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2D10AAE-E753-4D86-8315-2C9BB6BF66E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407989" y="3573016"/>
            <a:ext cx="2520000" cy="244772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Enter text; Set up text levels can be changed with the buttons “Increase/decrease list level” in the “Start” tab.</a:t>
            </a:r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8" y="6165328"/>
            <a:ext cx="11376000" cy="2160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 err="1"/>
              <a:t>Footnote</a:t>
            </a:r>
            <a:r>
              <a:rPr lang="de-DE" dirty="0"/>
              <a:t>/ source</a:t>
            </a:r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2" name="Titelplatzhalter 1">
            <a:extLst>
              <a:ext uri="{FF2B5EF4-FFF2-40B4-BE49-F238E27FC236}">
                <a16:creationId xmlns:a16="http://schemas.microsoft.com/office/drawing/2014/main" id="{3EBDBE0F-F52C-4A65-BFDE-28D54BBC017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7367" y="740776"/>
            <a:ext cx="11376645" cy="57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ED9C4342-429C-4718-91C2-3FD1BD4A9A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8632" y="404696"/>
            <a:ext cx="11376000" cy="288000"/>
          </a:xfrm>
        </p:spPr>
        <p:txBody>
          <a:bodyPr tIns="0" b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Addition to the slide title</a:t>
            </a:r>
          </a:p>
          <a:p>
            <a:pPr lvl="0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E8CB5280-FF36-45FF-A7EA-8A788876514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0" y="1556792"/>
            <a:ext cx="3059995" cy="1800771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AF7A689D-901E-4B0D-900B-83F0EE07FBD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3059995" y="1556792"/>
            <a:ext cx="3044002" cy="1800771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AE73C007-3BC4-4F4D-B146-DBF572331A7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 bwMode="gray">
          <a:xfrm>
            <a:off x="6103997" y="1556792"/>
            <a:ext cx="3044001" cy="1800771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C14F9E91-B48F-4001-B73E-2BE94299F4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9147998" y="1556792"/>
            <a:ext cx="3044001" cy="1800771"/>
          </a:xfrm>
          <a:solidFill>
            <a:schemeClr val="bg1">
              <a:lumMod val="95000"/>
            </a:schemeClr>
          </a:solidFill>
        </p:spPr>
        <p:txBody>
          <a:bodyPr tIns="0" bIns="864000"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F6E8532-3785-4A2D-875E-90B06880E69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de-DE" dirty="0"/>
              <a:t>X. </a:t>
            </a:r>
            <a:r>
              <a:rPr lang="de-DE" dirty="0" err="1"/>
              <a:t>month</a:t>
            </a:r>
            <a:r>
              <a:rPr lang="de-DE" dirty="0"/>
              <a:t> 202X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B39C52-5892-44D3-B0AB-C42E46ED39F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de-DE"/>
              <a:t>PowerPoint Master</a:t>
            </a:r>
            <a:endParaRPr lang="de-DE" b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D1A2243-D184-476A-B301-7C726E44189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/>
            <a:fld id="{8CFDFCC3-8B40-4EE5-B231-005F2F1C6A68}" type="slidenum">
              <a:rPr lang="de-DE" smtClean="0"/>
              <a:pPr algn="r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08902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793">
          <p15:clr>
            <a:srgbClr val="5ACBF0"/>
          </p15:clr>
        </p15:guide>
        <p15:guide id="3" orient="horz" pos="2115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961FAAE8-D7A5-42BB-B27C-AE3FEDB2B00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56126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961FAAE8-D7A5-42BB-B27C-AE3FEDB2B0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A371E709-3B21-4C18-8A08-88D687D795E3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6FB9"/>
              </a:gs>
              <a:gs pos="60000">
                <a:srgbClr val="0050AA"/>
              </a:gs>
              <a:gs pos="100000">
                <a:srgbClr val="003565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>
              <a:lnSpc>
                <a:spcPct val="120000"/>
              </a:lnSpc>
            </a:pPr>
            <a:endParaRPr lang="de-DE" sz="2489" dirty="0"/>
          </a:p>
        </p:txBody>
      </p:sp>
      <p:sp>
        <p:nvSpPr>
          <p:cNvPr id="4" name="Rechteck 3" hidden="1">
            <a:extLst>
              <a:ext uri="{FF2B5EF4-FFF2-40B4-BE49-F238E27FC236}">
                <a16:creationId xmlns:a16="http://schemas.microsoft.com/office/drawing/2014/main" id="{4843BD60-3C21-4DFB-9315-8E1B14158B5E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gradFill>
            <a:gsLst>
              <a:gs pos="0">
                <a:srgbClr val="006FB9"/>
              </a:gs>
              <a:gs pos="60000">
                <a:srgbClr val="0050AA"/>
              </a:gs>
              <a:gs pos="100000">
                <a:srgbClr val="003565"/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de-DE" sz="4800" b="1" i="0" baseline="0" dirty="0">
              <a:solidFill>
                <a:schemeClr val="bg1"/>
              </a:solidFill>
              <a:latin typeface="Lidl Font Pro" panose="02000000000000000000" pitchFamily="2" charset="0"/>
              <a:ea typeface="+mj-ea"/>
              <a:cs typeface="+mj-cs"/>
              <a:sym typeface="Lidl Font Pro" panose="02000000000000000000" pitchFamily="2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407368" y="489372"/>
            <a:ext cx="8856000" cy="1224136"/>
          </a:xfrm>
        </p:spPr>
        <p:txBody>
          <a:bodyPr vert="horz" anchor="b"/>
          <a:lstStyle>
            <a:lvl1pPr algn="l">
              <a:lnSpc>
                <a:spcPct val="90000"/>
              </a:lnSpc>
              <a:spcBef>
                <a:spcPts val="0"/>
              </a:spcBef>
              <a:defRPr sz="48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 err="1"/>
              <a:t>Thank</a:t>
            </a:r>
            <a:r>
              <a:rPr lang="de-DE" dirty="0"/>
              <a:t> </a:t>
            </a:r>
            <a:r>
              <a:rPr lang="de-DE" dirty="0" err="1"/>
              <a:t>you</a:t>
            </a:r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DD2EEC3-FC57-45CE-AE1E-E4B35AFF42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872328" y="2852936"/>
            <a:ext cx="4176000" cy="2736304"/>
          </a:xfrm>
        </p:spPr>
        <p:txBody>
          <a:bodyPr anchor="b" anchorCtr="0"/>
          <a:lstStyle>
            <a:lvl1pPr>
              <a:lnSpc>
                <a:spcPct val="10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9pPr>
          </a:lstStyle>
          <a:p>
            <a:r>
              <a:rPr lang="de-DE" dirty="0"/>
              <a:t>First </a:t>
            </a:r>
            <a:r>
              <a:rPr lang="de-DE" dirty="0" err="1"/>
              <a:t>name</a:t>
            </a:r>
            <a:r>
              <a:rPr lang="de-DE" dirty="0"/>
              <a:t>, last </a:t>
            </a:r>
            <a:r>
              <a:rPr lang="de-DE" dirty="0" err="1"/>
              <a:t>name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07368" y="2852936"/>
            <a:ext cx="4176000" cy="2736304"/>
          </a:xfrm>
        </p:spPr>
        <p:txBody>
          <a:bodyPr anchor="b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1" i="0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de-DE" dirty="0"/>
              <a:t>First </a:t>
            </a:r>
            <a:r>
              <a:rPr lang="de-DE" dirty="0" err="1"/>
              <a:t>name</a:t>
            </a:r>
            <a:r>
              <a:rPr lang="de-DE" dirty="0"/>
              <a:t>, last </a:t>
            </a:r>
            <a:r>
              <a:rPr lang="de-DE" dirty="0" err="1"/>
              <a:t>name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24" name="Textplatzhalter 4">
            <a:extLst>
              <a:ext uri="{FF2B5EF4-FFF2-40B4-BE49-F238E27FC236}">
                <a16:creationId xmlns:a16="http://schemas.microsoft.com/office/drawing/2014/main" id="{676B4420-30A9-462A-8B6C-EBBDFAED7B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5304376" y="5904503"/>
            <a:ext cx="3743952" cy="252000"/>
          </a:xfrm>
        </p:spPr>
        <p:txBody>
          <a:bodyPr anchor="t" anchorCtr="0"/>
          <a:lstStyle>
            <a:lvl1pPr>
              <a:lnSpc>
                <a:spcPct val="100000"/>
              </a:lnSpc>
              <a:spcAft>
                <a:spcPts val="600"/>
              </a:spcAft>
              <a:defRPr b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9pPr>
          </a:lstStyle>
          <a:p>
            <a:pPr>
              <a:spcAft>
                <a:spcPts val="200"/>
              </a:spcAft>
            </a:pPr>
            <a:r>
              <a:rPr lang="de-DE" dirty="0">
                <a:latin typeface="+mn-lt"/>
              </a:rPr>
              <a:t>Tel</a:t>
            </a:r>
          </a:p>
        </p:txBody>
      </p:sp>
      <p:sp>
        <p:nvSpPr>
          <p:cNvPr id="25" name="Textplatzhalter 4">
            <a:extLst>
              <a:ext uri="{FF2B5EF4-FFF2-40B4-BE49-F238E27FC236}">
                <a16:creationId xmlns:a16="http://schemas.microsoft.com/office/drawing/2014/main" id="{FE0E7FF9-D812-4D7F-8F85-17DEDFD8AB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839416" y="5904503"/>
            <a:ext cx="3743952" cy="252000"/>
          </a:xfrm>
        </p:spPr>
        <p:txBody>
          <a:bodyPr anchor="t" anchorCtr="0"/>
          <a:lstStyle>
            <a:lvl1pPr>
              <a:lnSpc>
                <a:spcPct val="100000"/>
              </a:lnSpc>
              <a:spcAft>
                <a:spcPts val="600"/>
              </a:spcAft>
              <a:defRPr b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9pPr>
          </a:lstStyle>
          <a:p>
            <a:pPr>
              <a:spcAft>
                <a:spcPts val="200"/>
              </a:spcAft>
            </a:pPr>
            <a:r>
              <a:rPr lang="de-DE" dirty="0">
                <a:latin typeface="+mn-lt"/>
              </a:rPr>
              <a:t>Tel</a:t>
            </a:r>
          </a:p>
        </p:txBody>
      </p:sp>
      <p:sp>
        <p:nvSpPr>
          <p:cNvPr id="17" name="Textplatzhalter 4">
            <a:extLst>
              <a:ext uri="{FF2B5EF4-FFF2-40B4-BE49-F238E27FC236}">
                <a16:creationId xmlns:a16="http://schemas.microsoft.com/office/drawing/2014/main" id="{63625631-77D4-4415-8C98-9A89D4FE65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8" y="5904503"/>
            <a:ext cx="252000" cy="252000"/>
          </a:xfrm>
          <a:blipFill>
            <a:blip r:embed="rId6"/>
            <a:stretch>
              <a:fillRect/>
            </a:stretch>
          </a:blipFill>
        </p:spPr>
        <p:txBody>
          <a:bodyPr anchor="t" anchorCtr="0"/>
          <a:lstStyle>
            <a:lvl1pPr>
              <a:lnSpc>
                <a:spcPct val="100000"/>
              </a:lnSpc>
              <a:spcAft>
                <a:spcPts val="200"/>
              </a:spcAft>
              <a:defRPr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9pPr>
          </a:lstStyle>
          <a:p>
            <a:pPr>
              <a:spcAft>
                <a:spcPts val="200"/>
              </a:spcAft>
            </a:pPr>
            <a:r>
              <a:rPr lang="de-DE"/>
              <a:t> </a:t>
            </a:r>
            <a:endParaRPr lang="de-DE" dirty="0"/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278A99C9-A31A-481D-B782-83F10A2E4D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872328" y="5904503"/>
            <a:ext cx="252000" cy="252000"/>
          </a:xfrm>
          <a:blipFill>
            <a:blip r:embed="rId6"/>
            <a:stretch>
              <a:fillRect/>
            </a:stretch>
          </a:blipFill>
        </p:spPr>
        <p:txBody>
          <a:bodyPr anchor="t" anchorCtr="0"/>
          <a:lstStyle>
            <a:lvl1pPr>
              <a:lnSpc>
                <a:spcPct val="100000"/>
              </a:lnSpc>
              <a:spcAft>
                <a:spcPts val="200"/>
              </a:spcAft>
              <a:defRPr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9pPr>
          </a:lstStyle>
          <a:p>
            <a:pPr>
              <a:spcAft>
                <a:spcPts val="200"/>
              </a:spcAft>
            </a:pPr>
            <a:r>
              <a:rPr lang="de-DE" dirty="0"/>
              <a:t> </a:t>
            </a:r>
          </a:p>
        </p:txBody>
      </p:sp>
      <p:sp>
        <p:nvSpPr>
          <p:cNvPr id="21" name="Textplatzhalter 4">
            <a:extLst>
              <a:ext uri="{FF2B5EF4-FFF2-40B4-BE49-F238E27FC236}">
                <a16:creationId xmlns:a16="http://schemas.microsoft.com/office/drawing/2014/main" id="{3CEB30A4-05EE-4442-B513-54D1C0A0432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07368" y="6213031"/>
            <a:ext cx="252000" cy="252000"/>
          </a:xfrm>
          <a:blipFill dpi="0" rotWithShape="1">
            <a:blip r:embed="rId7"/>
            <a:srcRect/>
            <a:stretch>
              <a:fillRect t="15000" b="15000"/>
            </a:stretch>
          </a:blipFill>
        </p:spPr>
        <p:txBody>
          <a:bodyPr anchor="t" anchorCtr="0"/>
          <a:lstStyle>
            <a:lvl1pPr>
              <a:lnSpc>
                <a:spcPct val="100000"/>
              </a:lnSpc>
              <a:spcAft>
                <a:spcPts val="200"/>
              </a:spcAft>
              <a:defRPr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9pPr>
          </a:lstStyle>
          <a:p>
            <a:pPr>
              <a:spcAft>
                <a:spcPts val="200"/>
              </a:spcAft>
            </a:pPr>
            <a:r>
              <a:rPr lang="de-DE"/>
              <a:t> </a:t>
            </a:r>
            <a:endParaRPr lang="de-DE" dirty="0"/>
          </a:p>
        </p:txBody>
      </p:sp>
      <p:sp>
        <p:nvSpPr>
          <p:cNvPr id="22" name="Textplatzhalter 4">
            <a:extLst>
              <a:ext uri="{FF2B5EF4-FFF2-40B4-BE49-F238E27FC236}">
                <a16:creationId xmlns:a16="http://schemas.microsoft.com/office/drawing/2014/main" id="{D711923E-2A99-4720-8987-F4B56C5731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872328" y="6213031"/>
            <a:ext cx="252000" cy="252000"/>
          </a:xfrm>
          <a:blipFill dpi="0" rotWithShape="1">
            <a:blip r:embed="rId7"/>
            <a:srcRect/>
            <a:stretch>
              <a:fillRect t="15000" b="15000"/>
            </a:stretch>
          </a:blipFill>
        </p:spPr>
        <p:txBody>
          <a:bodyPr anchor="t" anchorCtr="0"/>
          <a:lstStyle>
            <a:lvl1pPr>
              <a:lnSpc>
                <a:spcPct val="100000"/>
              </a:lnSpc>
              <a:spcAft>
                <a:spcPts val="200"/>
              </a:spcAft>
              <a:defRPr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9pPr>
          </a:lstStyle>
          <a:p>
            <a:pPr>
              <a:spcAft>
                <a:spcPts val="200"/>
              </a:spcAft>
            </a:pPr>
            <a:r>
              <a:rPr lang="de-DE"/>
              <a:t> </a:t>
            </a:r>
            <a:endParaRPr lang="de-DE" dirty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68ACC2CD-6F0E-4062-8645-C9CC0349098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745" y="5517336"/>
            <a:ext cx="937887" cy="936000"/>
          </a:xfrm>
          <a:prstGeom prst="rect">
            <a:avLst/>
          </a:prstGeom>
        </p:spPr>
      </p:pic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61B00AA7-4947-4D86-9AB4-F87CC9DEEA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5304376" y="6213031"/>
            <a:ext cx="3743952" cy="252000"/>
          </a:xfrm>
        </p:spPr>
        <p:txBody>
          <a:bodyPr anchor="t" anchorCtr="0"/>
          <a:lstStyle>
            <a:lvl1pPr>
              <a:lnSpc>
                <a:spcPct val="100000"/>
              </a:lnSpc>
              <a:spcAft>
                <a:spcPts val="600"/>
              </a:spcAft>
              <a:defRPr b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9pPr>
          </a:lstStyle>
          <a:p>
            <a:pPr>
              <a:spcAft>
                <a:spcPts val="200"/>
              </a:spcAft>
            </a:pPr>
            <a:r>
              <a:rPr lang="de-DE" dirty="0">
                <a:latin typeface="+mn-lt"/>
              </a:rPr>
              <a:t>E-Mail</a:t>
            </a:r>
          </a:p>
        </p:txBody>
      </p:sp>
      <p:sp>
        <p:nvSpPr>
          <p:cNvPr id="18" name="Textplatzhalter 4">
            <a:extLst>
              <a:ext uri="{FF2B5EF4-FFF2-40B4-BE49-F238E27FC236}">
                <a16:creationId xmlns:a16="http://schemas.microsoft.com/office/drawing/2014/main" id="{741B0BE8-B4D6-42BB-A617-E1D546C16C6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839416" y="6213031"/>
            <a:ext cx="3743952" cy="252000"/>
          </a:xfrm>
        </p:spPr>
        <p:txBody>
          <a:bodyPr anchor="t" anchorCtr="0"/>
          <a:lstStyle>
            <a:lvl1pPr>
              <a:lnSpc>
                <a:spcPct val="100000"/>
              </a:lnSpc>
              <a:spcAft>
                <a:spcPts val="600"/>
              </a:spcAft>
              <a:defRPr b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9pPr>
          </a:lstStyle>
          <a:p>
            <a:pPr>
              <a:spcAft>
                <a:spcPts val="200"/>
              </a:spcAft>
            </a:pPr>
            <a:r>
              <a:rPr lang="de-DE" dirty="0">
                <a:latin typeface="+mn-lt"/>
              </a:rPr>
              <a:t>E-Mail</a:t>
            </a:r>
          </a:p>
        </p:txBody>
      </p:sp>
    </p:spTree>
    <p:extLst>
      <p:ext uri="{BB962C8B-B14F-4D97-AF65-F5344CB8AC3E}">
        <p14:creationId xmlns:p14="http://schemas.microsoft.com/office/powerpoint/2010/main" val="9339298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zum Druc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961FAAE8-D7A5-42BB-B27C-AE3FEDB2B00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974905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961FAAE8-D7A5-42BB-B27C-AE3FEDB2B0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 hidden="1">
            <a:extLst>
              <a:ext uri="{FF2B5EF4-FFF2-40B4-BE49-F238E27FC236}">
                <a16:creationId xmlns:a16="http://schemas.microsoft.com/office/drawing/2014/main" id="{4843BD60-3C21-4DFB-9315-8E1B14158B5E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gradFill>
            <a:gsLst>
              <a:gs pos="0">
                <a:srgbClr val="006FB9"/>
              </a:gs>
              <a:gs pos="60000">
                <a:srgbClr val="0050AA"/>
              </a:gs>
              <a:gs pos="100000">
                <a:srgbClr val="003565"/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de-DE" sz="4800" b="1" i="0" baseline="0" dirty="0">
              <a:solidFill>
                <a:schemeClr val="bg1"/>
              </a:solidFill>
              <a:latin typeface="Lidl Font Pro" panose="02000000000000000000" pitchFamily="2" charset="0"/>
              <a:ea typeface="+mj-ea"/>
              <a:cs typeface="+mj-cs"/>
              <a:sym typeface="Lidl Font Pro" panose="02000000000000000000" pitchFamily="2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407368" y="489372"/>
            <a:ext cx="8856000" cy="1224136"/>
          </a:xfrm>
        </p:spPr>
        <p:txBody>
          <a:bodyPr vert="horz" anchor="b"/>
          <a:lstStyle>
            <a:lvl1pPr algn="l">
              <a:lnSpc>
                <a:spcPct val="90000"/>
              </a:lnSpc>
              <a:spcBef>
                <a:spcPts val="0"/>
              </a:spcBef>
              <a:defRPr sz="4800" b="1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 dirty="0" err="1"/>
              <a:t>Thank</a:t>
            </a:r>
            <a:r>
              <a:rPr lang="de-DE" dirty="0"/>
              <a:t> </a:t>
            </a:r>
            <a:r>
              <a:rPr lang="de-DE" dirty="0" err="1"/>
              <a:t>you</a:t>
            </a:r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DD2EEC3-FC57-45CE-AE1E-E4B35AFF42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872328" y="2852936"/>
            <a:ext cx="4176000" cy="2736304"/>
          </a:xfrm>
        </p:spPr>
        <p:txBody>
          <a:bodyPr anchor="b" anchorCtr="0"/>
          <a:lstStyle>
            <a:lvl1pPr>
              <a:lnSpc>
                <a:spcPct val="100000"/>
              </a:lnSpc>
              <a:spcAft>
                <a:spcPts val="600"/>
              </a:spcAft>
              <a:defRPr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tx1"/>
                </a:solidFill>
              </a:defRPr>
            </a:lvl9pPr>
          </a:lstStyle>
          <a:p>
            <a:r>
              <a:rPr lang="de-DE" dirty="0"/>
              <a:t>First </a:t>
            </a:r>
            <a:r>
              <a:rPr lang="de-DE" dirty="0" err="1"/>
              <a:t>name</a:t>
            </a:r>
            <a:r>
              <a:rPr lang="de-DE" dirty="0"/>
              <a:t>, last </a:t>
            </a:r>
            <a:r>
              <a:rPr lang="de-DE" dirty="0" err="1"/>
              <a:t>name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07368" y="2852936"/>
            <a:ext cx="4176000" cy="2736304"/>
          </a:xfrm>
        </p:spPr>
        <p:txBody>
          <a:bodyPr anchor="b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1" i="0">
                <a:solidFill>
                  <a:schemeClr val="tx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e-DE" dirty="0"/>
              <a:t>First </a:t>
            </a:r>
            <a:r>
              <a:rPr lang="de-DE" dirty="0" err="1"/>
              <a:t>name</a:t>
            </a:r>
            <a:r>
              <a:rPr lang="de-DE" dirty="0"/>
              <a:t>, last </a:t>
            </a:r>
            <a:r>
              <a:rPr lang="de-DE" dirty="0" err="1"/>
              <a:t>name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24" name="Textplatzhalter 4">
            <a:extLst>
              <a:ext uri="{FF2B5EF4-FFF2-40B4-BE49-F238E27FC236}">
                <a16:creationId xmlns:a16="http://schemas.microsoft.com/office/drawing/2014/main" id="{676B4420-30A9-462A-8B6C-EBBDFAED7B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5304376" y="5904503"/>
            <a:ext cx="3743952" cy="252000"/>
          </a:xfrm>
        </p:spPr>
        <p:txBody>
          <a:bodyPr anchor="t" anchorCtr="0"/>
          <a:lstStyle>
            <a:lvl1pPr>
              <a:lnSpc>
                <a:spcPct val="100000"/>
              </a:lnSpc>
              <a:spcAft>
                <a:spcPts val="600"/>
              </a:spcAft>
              <a:defRPr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9pPr>
          </a:lstStyle>
          <a:p>
            <a:pPr>
              <a:spcAft>
                <a:spcPts val="200"/>
              </a:spcAft>
            </a:pPr>
            <a:r>
              <a:rPr lang="de-DE" dirty="0">
                <a:latin typeface="+mn-lt"/>
              </a:rPr>
              <a:t>Tel</a:t>
            </a:r>
          </a:p>
        </p:txBody>
      </p:sp>
      <p:sp>
        <p:nvSpPr>
          <p:cNvPr id="25" name="Textplatzhalter 4">
            <a:extLst>
              <a:ext uri="{FF2B5EF4-FFF2-40B4-BE49-F238E27FC236}">
                <a16:creationId xmlns:a16="http://schemas.microsoft.com/office/drawing/2014/main" id="{FE0E7FF9-D812-4D7F-8F85-17DEDFD8AB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839416" y="5904503"/>
            <a:ext cx="3743952" cy="252000"/>
          </a:xfrm>
        </p:spPr>
        <p:txBody>
          <a:bodyPr anchor="t" anchorCtr="0"/>
          <a:lstStyle>
            <a:lvl1pPr>
              <a:lnSpc>
                <a:spcPct val="100000"/>
              </a:lnSpc>
              <a:spcAft>
                <a:spcPts val="600"/>
              </a:spcAft>
              <a:defRPr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9pPr>
          </a:lstStyle>
          <a:p>
            <a:pPr>
              <a:spcAft>
                <a:spcPts val="200"/>
              </a:spcAft>
            </a:pPr>
            <a:r>
              <a:rPr lang="de-DE" dirty="0">
                <a:latin typeface="+mn-lt"/>
              </a:rPr>
              <a:t>Tel</a:t>
            </a:r>
          </a:p>
        </p:txBody>
      </p:sp>
      <p:sp>
        <p:nvSpPr>
          <p:cNvPr id="17" name="Textplatzhalter 4">
            <a:extLst>
              <a:ext uri="{FF2B5EF4-FFF2-40B4-BE49-F238E27FC236}">
                <a16:creationId xmlns:a16="http://schemas.microsoft.com/office/drawing/2014/main" id="{63625631-77D4-4415-8C98-9A89D4FE65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8" y="5904503"/>
            <a:ext cx="252000" cy="252000"/>
          </a:xfrm>
          <a:blipFill>
            <a:blip r:embed="rId6"/>
            <a:stretch>
              <a:fillRect/>
            </a:stretch>
          </a:blipFill>
        </p:spPr>
        <p:txBody>
          <a:bodyPr anchor="t" anchorCtr="0"/>
          <a:lstStyle>
            <a:lvl1pPr>
              <a:lnSpc>
                <a:spcPct val="100000"/>
              </a:lnSpc>
              <a:spcAft>
                <a:spcPts val="200"/>
              </a:spcAft>
              <a:defRPr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9pPr>
          </a:lstStyle>
          <a:p>
            <a:pPr>
              <a:spcAft>
                <a:spcPts val="200"/>
              </a:spcAft>
            </a:pPr>
            <a:r>
              <a:rPr lang="de-DE"/>
              <a:t> </a:t>
            </a:r>
            <a:endParaRPr lang="de-DE" dirty="0"/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278A99C9-A31A-481D-B782-83F10A2E4D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872328" y="5904503"/>
            <a:ext cx="252000" cy="252000"/>
          </a:xfrm>
          <a:blipFill>
            <a:blip r:embed="rId6"/>
            <a:stretch>
              <a:fillRect/>
            </a:stretch>
          </a:blipFill>
        </p:spPr>
        <p:txBody>
          <a:bodyPr anchor="t" anchorCtr="0"/>
          <a:lstStyle>
            <a:lvl1pPr>
              <a:lnSpc>
                <a:spcPct val="100000"/>
              </a:lnSpc>
              <a:spcAft>
                <a:spcPts val="200"/>
              </a:spcAft>
              <a:defRPr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9pPr>
          </a:lstStyle>
          <a:p>
            <a:pPr>
              <a:spcAft>
                <a:spcPts val="200"/>
              </a:spcAft>
            </a:pPr>
            <a:r>
              <a:rPr lang="de-DE"/>
              <a:t> </a:t>
            </a:r>
            <a:endParaRPr lang="de-DE" dirty="0"/>
          </a:p>
        </p:txBody>
      </p:sp>
      <p:sp>
        <p:nvSpPr>
          <p:cNvPr id="21" name="Textplatzhalter 4">
            <a:extLst>
              <a:ext uri="{FF2B5EF4-FFF2-40B4-BE49-F238E27FC236}">
                <a16:creationId xmlns:a16="http://schemas.microsoft.com/office/drawing/2014/main" id="{3CEB30A4-05EE-4442-B513-54D1C0A0432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07368" y="6213031"/>
            <a:ext cx="252000" cy="252000"/>
          </a:xfrm>
          <a:blipFill dpi="0" rotWithShape="1">
            <a:blip r:embed="rId7"/>
            <a:srcRect/>
            <a:stretch>
              <a:fillRect t="15000" b="15000"/>
            </a:stretch>
          </a:blipFill>
        </p:spPr>
        <p:txBody>
          <a:bodyPr anchor="t" anchorCtr="0"/>
          <a:lstStyle>
            <a:lvl1pPr>
              <a:lnSpc>
                <a:spcPct val="100000"/>
              </a:lnSpc>
              <a:spcAft>
                <a:spcPts val="200"/>
              </a:spcAft>
              <a:defRPr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9pPr>
          </a:lstStyle>
          <a:p>
            <a:pPr>
              <a:spcAft>
                <a:spcPts val="200"/>
              </a:spcAft>
            </a:pPr>
            <a:r>
              <a:rPr lang="de-DE"/>
              <a:t> </a:t>
            </a:r>
            <a:endParaRPr lang="de-DE" dirty="0"/>
          </a:p>
        </p:txBody>
      </p:sp>
      <p:sp>
        <p:nvSpPr>
          <p:cNvPr id="22" name="Textplatzhalter 4">
            <a:extLst>
              <a:ext uri="{FF2B5EF4-FFF2-40B4-BE49-F238E27FC236}">
                <a16:creationId xmlns:a16="http://schemas.microsoft.com/office/drawing/2014/main" id="{D711923E-2A99-4720-8987-F4B56C5731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872328" y="6213031"/>
            <a:ext cx="252000" cy="252000"/>
          </a:xfrm>
          <a:blipFill dpi="0" rotWithShape="1">
            <a:blip r:embed="rId7"/>
            <a:srcRect/>
            <a:stretch>
              <a:fillRect t="15000" b="15000"/>
            </a:stretch>
          </a:blipFill>
        </p:spPr>
        <p:txBody>
          <a:bodyPr anchor="t" anchorCtr="0"/>
          <a:lstStyle>
            <a:lvl1pPr>
              <a:lnSpc>
                <a:spcPct val="100000"/>
              </a:lnSpc>
              <a:spcAft>
                <a:spcPts val="200"/>
              </a:spcAft>
              <a:defRPr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9pPr>
          </a:lstStyle>
          <a:p>
            <a:pPr>
              <a:spcAft>
                <a:spcPts val="200"/>
              </a:spcAft>
            </a:pPr>
            <a:r>
              <a:rPr lang="de-DE"/>
              <a:t> </a:t>
            </a:r>
            <a:endParaRPr lang="de-DE" dirty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68ACC2CD-6F0E-4062-8645-C9CC0349098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745" y="5517336"/>
            <a:ext cx="937887" cy="936000"/>
          </a:xfrm>
          <a:prstGeom prst="rect">
            <a:avLst/>
          </a:prstGeom>
        </p:spPr>
      </p:pic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61B00AA7-4947-4D86-9AB4-F87CC9DEEA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5304376" y="6213031"/>
            <a:ext cx="3743952" cy="252000"/>
          </a:xfrm>
        </p:spPr>
        <p:txBody>
          <a:bodyPr anchor="t" anchorCtr="0"/>
          <a:lstStyle>
            <a:lvl1pPr>
              <a:lnSpc>
                <a:spcPct val="100000"/>
              </a:lnSpc>
              <a:spcAft>
                <a:spcPts val="600"/>
              </a:spcAft>
              <a:defRPr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9pPr>
          </a:lstStyle>
          <a:p>
            <a:pPr>
              <a:spcAft>
                <a:spcPts val="200"/>
              </a:spcAft>
            </a:pPr>
            <a:r>
              <a:rPr lang="de-DE" dirty="0">
                <a:latin typeface="+mn-lt"/>
              </a:rPr>
              <a:t>E-Mail</a:t>
            </a:r>
          </a:p>
        </p:txBody>
      </p:sp>
      <p:sp>
        <p:nvSpPr>
          <p:cNvPr id="18" name="Textplatzhalter 4">
            <a:extLst>
              <a:ext uri="{FF2B5EF4-FFF2-40B4-BE49-F238E27FC236}">
                <a16:creationId xmlns:a16="http://schemas.microsoft.com/office/drawing/2014/main" id="{741B0BE8-B4D6-42BB-A617-E1D546C16C6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839416" y="6213031"/>
            <a:ext cx="3743952" cy="252000"/>
          </a:xfrm>
        </p:spPr>
        <p:txBody>
          <a:bodyPr anchor="t" anchorCtr="0"/>
          <a:lstStyle>
            <a:lvl1pPr>
              <a:lnSpc>
                <a:spcPct val="100000"/>
              </a:lnSpc>
              <a:spcAft>
                <a:spcPts val="600"/>
              </a:spcAft>
              <a:defRPr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200"/>
              </a:spcAft>
              <a:buNone/>
              <a:defRPr>
                <a:solidFill>
                  <a:schemeClr val="bg1"/>
                </a:solidFill>
              </a:defRPr>
            </a:lvl9pPr>
          </a:lstStyle>
          <a:p>
            <a:pPr>
              <a:spcAft>
                <a:spcPts val="200"/>
              </a:spcAft>
            </a:pPr>
            <a:r>
              <a:rPr lang="de-DE" dirty="0">
                <a:latin typeface="+mn-lt"/>
              </a:rPr>
              <a:t>E-Mail</a:t>
            </a:r>
          </a:p>
        </p:txBody>
      </p:sp>
    </p:spTree>
    <p:extLst>
      <p:ext uri="{BB962C8B-B14F-4D97-AF65-F5344CB8AC3E}">
        <p14:creationId xmlns:p14="http://schemas.microsoft.com/office/powerpoint/2010/main" val="33208796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hteck 27">
            <a:extLst>
              <a:ext uri="{FF2B5EF4-FFF2-40B4-BE49-F238E27FC236}">
                <a16:creationId xmlns:a16="http://schemas.microsoft.com/office/drawing/2014/main" id="{CBEC2E3F-C1EA-43E3-80B7-F0D443124867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6FB9"/>
              </a:gs>
              <a:gs pos="60000">
                <a:srgbClr val="0050AA"/>
              </a:gs>
              <a:gs pos="100000">
                <a:srgbClr val="003565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89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A1017C2-DBB3-4119-99A7-970AB05DF8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2000" y="2205004"/>
            <a:ext cx="2452935" cy="24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875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8" orient="horz" pos="3793" userDrawn="1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 zum Druc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B89EB33F-AD6E-4F8D-AC4C-EAB59AC700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2000" y="2205004"/>
            <a:ext cx="2452935" cy="24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178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8" orient="horz" pos="3793" userDrawn="1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66A8C11E-A4FB-46CD-B4A5-E93B19F6272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0"/>
            </p:custDataLst>
            <p:extLst>
              <p:ext uri="{D42A27DB-BD31-4B8C-83A1-F6EECF244321}">
                <p14:modId xmlns:p14="http://schemas.microsoft.com/office/powerpoint/2010/main" val="3206470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415" imgH="416" progId="TCLayout.ActiveDocument.1">
                  <p:embed/>
                </p:oleObj>
              </mc:Choice>
              <mc:Fallback>
                <p:oleObj name="think-cell Slide" r:id="rId31" imgW="415" imgH="416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66A8C11E-A4FB-46CD-B4A5-E93B19F627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407368" y="740776"/>
            <a:ext cx="11376000" cy="57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07988" y="1557338"/>
            <a:ext cx="11376025" cy="44640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text by clicking. Use the "Increase/decrease list level" buttons on the Start tab to switch between the set up text levels.</a:t>
            </a:r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A232406-5D1F-4019-A1B4-D1FE1B8E5B2B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407988" y="6525368"/>
            <a:ext cx="864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X. </a:t>
            </a:r>
            <a:r>
              <a:rPr lang="de-DE" dirty="0" err="1"/>
              <a:t>month</a:t>
            </a:r>
            <a:r>
              <a:rPr lang="de-DE" dirty="0"/>
              <a:t> 202X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10422BFB-FDCF-40DF-8706-BE2DD1303A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1631376" y="6525368"/>
            <a:ext cx="5616624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PowerPoint Master</a:t>
            </a:r>
            <a:endParaRPr lang="de-DE" b="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55CFDEC0-FDC8-4458-9278-C1E1E7F89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424013" y="6525368"/>
            <a:ext cx="36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>
                <a:solidFill>
                  <a:schemeClr val="tx1"/>
                </a:solidFill>
              </a:defRPr>
            </a:lvl1pPr>
          </a:lstStyle>
          <a:p>
            <a:pPr algn="r"/>
            <a:fld id="{8CFDFCC3-8B40-4EE5-B231-005F2F1C6A68}" type="slidenum">
              <a:rPr lang="de-DE" smtClean="0"/>
              <a:pPr algn="r"/>
              <a:t>‹#›</a:t>
            </a:fld>
            <a:endParaRPr lang="de-DE" dirty="0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A615A0EE-8B49-4970-8F31-54CAB8753562}"/>
              </a:ext>
            </a:extLst>
          </p:cNvPr>
          <p:cNvGrpSpPr/>
          <p:nvPr userDrawn="1"/>
        </p:nvGrpSpPr>
        <p:grpSpPr bwMode="gray">
          <a:xfrm>
            <a:off x="407368" y="-132726"/>
            <a:ext cx="11377264" cy="72000"/>
            <a:chOff x="407368" y="-132726"/>
            <a:chExt cx="11377264" cy="72000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028BC2D0-DB4B-493D-B494-1587AF91180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07368" y="-132726"/>
              <a:ext cx="0" cy="72000"/>
            </a:xfrm>
            <a:prstGeom prst="line">
              <a:avLst/>
            </a:prstGeom>
            <a:ln w="63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D3DDC106-3D96-492C-934E-5E56B69FA20C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007768" y="-132726"/>
              <a:ext cx="0" cy="72000"/>
            </a:xfrm>
            <a:prstGeom prst="line">
              <a:avLst/>
            </a:prstGeom>
            <a:ln w="63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FDC58F67-1BD0-4280-B265-2A51CDE1985C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95800" y="-132726"/>
              <a:ext cx="0" cy="72000"/>
            </a:xfrm>
            <a:prstGeom prst="line">
              <a:avLst/>
            </a:prstGeom>
            <a:ln w="63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BAAC8661-90CE-4537-9100-7C5F573F93C8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5879976" y="-132726"/>
              <a:ext cx="0" cy="72000"/>
            </a:xfrm>
            <a:prstGeom prst="line">
              <a:avLst/>
            </a:prstGeom>
            <a:ln w="63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23E55292-57DB-4CA8-9AC5-D138423FE4B8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312024" y="-132726"/>
              <a:ext cx="0" cy="72000"/>
            </a:xfrm>
            <a:prstGeom prst="line">
              <a:avLst/>
            </a:prstGeom>
            <a:ln w="63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r Verbinder 28">
              <a:extLst>
                <a:ext uri="{FF2B5EF4-FFF2-40B4-BE49-F238E27FC236}">
                  <a16:creationId xmlns:a16="http://schemas.microsoft.com/office/drawing/2014/main" id="{237C332C-740E-4084-B28E-2D7E1E136C09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896200" y="-132726"/>
              <a:ext cx="0" cy="72000"/>
            </a:xfrm>
            <a:prstGeom prst="line">
              <a:avLst/>
            </a:prstGeom>
            <a:ln w="63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90FB4CB5-57B5-4C7A-9E6C-F430DE61AC0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8184232" y="-132726"/>
              <a:ext cx="0" cy="72000"/>
            </a:xfrm>
            <a:prstGeom prst="line">
              <a:avLst/>
            </a:prstGeom>
            <a:ln w="63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36CF3DE2-72C5-4897-919E-99D960EC288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1784632" y="-132726"/>
              <a:ext cx="0" cy="72000"/>
            </a:xfrm>
            <a:prstGeom prst="line">
              <a:avLst/>
            </a:prstGeom>
            <a:ln w="63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55E74843-5C9A-4874-9485-7E29F159D522}"/>
              </a:ext>
            </a:extLst>
          </p:cNvPr>
          <p:cNvGrpSpPr/>
          <p:nvPr userDrawn="1"/>
        </p:nvGrpSpPr>
        <p:grpSpPr bwMode="gray">
          <a:xfrm>
            <a:off x="-122081" y="1556792"/>
            <a:ext cx="72000" cy="4464496"/>
            <a:chOff x="-168688" y="1556792"/>
            <a:chExt cx="72000" cy="4464496"/>
          </a:xfrm>
        </p:grpSpPr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08A42BF2-103F-44E0-B8D8-C6DDA6C7BA22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-168688" y="1556792"/>
              <a:ext cx="72000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7EDE62A2-BE72-466B-BFD7-D096F7A5E41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-168688" y="6021288"/>
              <a:ext cx="72000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9861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87" r:id="rId2"/>
    <p:sldLayoutId id="2147483665" r:id="rId3"/>
    <p:sldLayoutId id="2147483688" r:id="rId4"/>
    <p:sldLayoutId id="2147483668" r:id="rId5"/>
    <p:sldLayoutId id="2147483683" r:id="rId6"/>
    <p:sldLayoutId id="2147483670" r:id="rId7"/>
    <p:sldLayoutId id="2147483689" r:id="rId8"/>
    <p:sldLayoutId id="2147483671" r:id="rId9"/>
    <p:sldLayoutId id="2147483690" r:id="rId10"/>
    <p:sldLayoutId id="2147483650" r:id="rId11"/>
    <p:sldLayoutId id="2147483666" r:id="rId12"/>
    <p:sldLayoutId id="2147483667" r:id="rId13"/>
    <p:sldLayoutId id="2147483674" r:id="rId14"/>
    <p:sldLayoutId id="2147483673" r:id="rId15"/>
    <p:sldLayoutId id="2147483654" r:id="rId16"/>
    <p:sldLayoutId id="2147483692" r:id="rId17"/>
    <p:sldLayoutId id="2147483675" r:id="rId18"/>
    <p:sldLayoutId id="2147483676" r:id="rId19"/>
    <p:sldLayoutId id="2147483678" r:id="rId20"/>
    <p:sldLayoutId id="2147483679" r:id="rId21"/>
    <p:sldLayoutId id="2147483682" r:id="rId22"/>
    <p:sldLayoutId id="2147483680" r:id="rId23"/>
    <p:sldLayoutId id="2147483681" r:id="rId24"/>
    <p:sldLayoutId id="2147483694" r:id="rId25"/>
    <p:sldLayoutId id="2147483685" r:id="rId26"/>
    <p:sldLayoutId id="2147483655" r:id="rId27"/>
    <p:sldLayoutId id="2147483691" r:id="rId28"/>
  </p:sldLayoutIdLst>
  <p:hf hdr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b="1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16000" indent="-216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431989" indent="-216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Lidl Font Pro" panose="02000000000000000000" pitchFamily="2" charset="0"/>
        <a:buChar char="−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648000" indent="-216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Lidl Font Pro" panose="02000000000000000000" pitchFamily="2" charset="0"/>
        <a:buChar char="−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864000" indent="-216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Lidl Font Pro" panose="02000000000000000000" pitchFamily="2" charset="0"/>
        <a:buChar char="−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864000" indent="-216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Lidl Font Pro" panose="02000000000000000000" pitchFamily="2" charset="0"/>
        <a:buChar char="−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864000" indent="-216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Lidl Font Pro" panose="02000000000000000000" pitchFamily="2" charset="0"/>
        <a:buChar char="−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864000" indent="-216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Lidl Font Pro" panose="02000000000000000000" pitchFamily="2" charset="0"/>
        <a:buChar char="−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 userDrawn="1">
          <p15:clr>
            <a:srgbClr val="5ACBF0"/>
          </p15:clr>
        </p15:guide>
        <p15:guide id="12" pos="7423" userDrawn="1">
          <p15:clr>
            <a:srgbClr val="5ACBF0"/>
          </p15:clr>
        </p15:guide>
        <p15:guide id="13" orient="horz" pos="981" userDrawn="1">
          <p15:clr>
            <a:srgbClr val="5ACBF0"/>
          </p15:clr>
        </p15:guide>
        <p15:guide id="14" orient="horz" pos="3793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image" Target="../media/image9.emf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oleObject" Target="../embeddings/oleObject17.bin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8.bin"/><Relationship Id="rId4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tags" Target="../tags/tag31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image" Target="../media/image9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tags" Target="../tags/tag36.xml"/><Relationship Id="rId7" Type="http://schemas.openxmlformats.org/officeDocument/2006/relationships/notesSlide" Target="../notesSlides/notesSlide3.xml"/><Relationship Id="rId12" Type="http://schemas.openxmlformats.org/officeDocument/2006/relationships/image" Target="../media/image9.emf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slideLayout" Target="../slideLayouts/slideLayout22.xml"/><Relationship Id="rId11" Type="http://schemas.openxmlformats.org/officeDocument/2006/relationships/oleObject" Target="../embeddings/oleObject20.bin"/><Relationship Id="rId5" Type="http://schemas.openxmlformats.org/officeDocument/2006/relationships/tags" Target="../tags/tag38.xml"/><Relationship Id="rId10" Type="http://schemas.openxmlformats.org/officeDocument/2006/relationships/image" Target="../media/image12.png"/><Relationship Id="rId4" Type="http://schemas.openxmlformats.org/officeDocument/2006/relationships/tags" Target="../tags/tag37.xml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tags" Target="../tags/tag41.xml"/><Relationship Id="rId7" Type="http://schemas.openxmlformats.org/officeDocument/2006/relationships/notesSlide" Target="../notesSlides/notesSlide4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9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15.png"/><Relationship Id="rId3" Type="http://schemas.openxmlformats.org/officeDocument/2006/relationships/tags" Target="../tags/tag46.xml"/><Relationship Id="rId7" Type="http://schemas.openxmlformats.org/officeDocument/2006/relationships/notesSlide" Target="../notesSlides/notesSlide5.xml"/><Relationship Id="rId12" Type="http://schemas.openxmlformats.org/officeDocument/2006/relationships/image" Target="../media/image14.pn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slideLayout" Target="../slideLayouts/slideLayout23.xml"/><Relationship Id="rId11" Type="http://schemas.openxmlformats.org/officeDocument/2006/relationships/image" Target="../media/image13.png"/><Relationship Id="rId5" Type="http://schemas.openxmlformats.org/officeDocument/2006/relationships/tags" Target="../tags/tag48.xml"/><Relationship Id="rId10" Type="http://schemas.openxmlformats.org/officeDocument/2006/relationships/hyperlink" Target="https://www.youtube.com/watch?v=u26csSEcawQ&amp;t=1s" TargetMode="External"/><Relationship Id="rId4" Type="http://schemas.openxmlformats.org/officeDocument/2006/relationships/tags" Target="../tags/tag47.xml"/><Relationship Id="rId9" Type="http://schemas.openxmlformats.org/officeDocument/2006/relationships/image" Target="../media/image9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tags" Target="../tags/tag51.xml"/><Relationship Id="rId7" Type="http://schemas.openxmlformats.org/officeDocument/2006/relationships/notesSlide" Target="../notesSlides/notesSlide6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9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tags" Target="../tags/tag56.xml"/><Relationship Id="rId7" Type="http://schemas.openxmlformats.org/officeDocument/2006/relationships/image" Target="../media/image9.emf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oleObject" Target="../embeddings/oleObject22.bin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0.xml"/><Relationship Id="rId9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tags" Target="../tags/tag59.xml"/><Relationship Id="rId7" Type="http://schemas.openxmlformats.org/officeDocument/2006/relationships/notesSlide" Target="../notesSlides/notesSlide8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9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13" Type="http://schemas.openxmlformats.org/officeDocument/2006/relationships/tags" Target="../tags/tag74.xml"/><Relationship Id="rId18" Type="http://schemas.openxmlformats.org/officeDocument/2006/relationships/oleObject" Target="../embeddings/oleObject23.bin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12" Type="http://schemas.openxmlformats.org/officeDocument/2006/relationships/tags" Target="../tags/tag73.xml"/><Relationship Id="rId17" Type="http://schemas.openxmlformats.org/officeDocument/2006/relationships/notesSlide" Target="../notesSlides/notesSlide9.xml"/><Relationship Id="rId2" Type="http://schemas.openxmlformats.org/officeDocument/2006/relationships/tags" Target="../tags/tag63.xml"/><Relationship Id="rId16" Type="http://schemas.openxmlformats.org/officeDocument/2006/relationships/slideLayout" Target="../slideLayouts/slideLayout11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11" Type="http://schemas.openxmlformats.org/officeDocument/2006/relationships/tags" Target="../tags/tag72.xml"/><Relationship Id="rId5" Type="http://schemas.openxmlformats.org/officeDocument/2006/relationships/tags" Target="../tags/tag66.xml"/><Relationship Id="rId15" Type="http://schemas.openxmlformats.org/officeDocument/2006/relationships/tags" Target="../tags/tag76.xml"/><Relationship Id="rId10" Type="http://schemas.openxmlformats.org/officeDocument/2006/relationships/tags" Target="../tags/tag71.xml"/><Relationship Id="rId19" Type="http://schemas.openxmlformats.org/officeDocument/2006/relationships/image" Target="../media/image18.emf"/><Relationship Id="rId4" Type="http://schemas.openxmlformats.org/officeDocument/2006/relationships/tags" Target="../tags/tag65.xml"/><Relationship Id="rId9" Type="http://schemas.openxmlformats.org/officeDocument/2006/relationships/tags" Target="../tags/tag70.xml"/><Relationship Id="rId14" Type="http://schemas.openxmlformats.org/officeDocument/2006/relationships/tags" Target="../tags/tag7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tags" Target="../tags/tag79.xml"/><Relationship Id="rId7" Type="http://schemas.openxmlformats.org/officeDocument/2006/relationships/notesSlide" Target="../notesSlides/notesSlide10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9" Type="http://schemas.openxmlformats.org/officeDocument/2006/relationships/image" Target="../media/image9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7" Type="http://schemas.openxmlformats.org/officeDocument/2006/relationships/image" Target="../media/image18.emf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oleObject" Target="../embeddings/oleObject24.bin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tags" Target="../tags/tag87.xml"/><Relationship Id="rId7" Type="http://schemas.openxmlformats.org/officeDocument/2006/relationships/notesSlide" Target="../notesSlides/notesSlide12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9" Type="http://schemas.openxmlformats.org/officeDocument/2006/relationships/image" Target="../media/image9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97.xml"/><Relationship Id="rId13" Type="http://schemas.openxmlformats.org/officeDocument/2006/relationships/tags" Target="../tags/tag102.xml"/><Relationship Id="rId18" Type="http://schemas.openxmlformats.org/officeDocument/2006/relationships/oleObject" Target="../embeddings/oleObject25.bin"/><Relationship Id="rId3" Type="http://schemas.openxmlformats.org/officeDocument/2006/relationships/tags" Target="../tags/tag92.xml"/><Relationship Id="rId7" Type="http://schemas.openxmlformats.org/officeDocument/2006/relationships/tags" Target="../tags/tag96.xml"/><Relationship Id="rId12" Type="http://schemas.openxmlformats.org/officeDocument/2006/relationships/tags" Target="../tags/tag101.xml"/><Relationship Id="rId17" Type="http://schemas.openxmlformats.org/officeDocument/2006/relationships/notesSlide" Target="../notesSlides/notesSlide13.xml"/><Relationship Id="rId2" Type="http://schemas.openxmlformats.org/officeDocument/2006/relationships/tags" Target="../tags/tag91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9.svg"/><Relationship Id="rId1" Type="http://schemas.openxmlformats.org/officeDocument/2006/relationships/tags" Target="../tags/tag90.xml"/><Relationship Id="rId6" Type="http://schemas.openxmlformats.org/officeDocument/2006/relationships/tags" Target="../tags/tag95.xml"/><Relationship Id="rId11" Type="http://schemas.openxmlformats.org/officeDocument/2006/relationships/tags" Target="../tags/tag100.xml"/><Relationship Id="rId5" Type="http://schemas.openxmlformats.org/officeDocument/2006/relationships/tags" Target="../tags/tag94.xml"/><Relationship Id="rId15" Type="http://schemas.openxmlformats.org/officeDocument/2006/relationships/tags" Target="../tags/tag104.xml"/><Relationship Id="rId10" Type="http://schemas.openxmlformats.org/officeDocument/2006/relationships/tags" Target="../tags/tag99.xml"/><Relationship Id="rId19" Type="http://schemas.openxmlformats.org/officeDocument/2006/relationships/image" Target="../media/image9.emf"/><Relationship Id="rId4" Type="http://schemas.openxmlformats.org/officeDocument/2006/relationships/tags" Target="../tags/tag93.xml"/><Relationship Id="rId9" Type="http://schemas.openxmlformats.org/officeDocument/2006/relationships/tags" Target="../tags/tag98.xml"/><Relationship Id="rId14" Type="http://schemas.openxmlformats.org/officeDocument/2006/relationships/tags" Target="../tags/tag10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tags" Target="../tags/tag107.xml"/><Relationship Id="rId7" Type="http://schemas.openxmlformats.org/officeDocument/2006/relationships/notesSlide" Target="../notesSlides/notesSlide14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9" Type="http://schemas.openxmlformats.org/officeDocument/2006/relationships/image" Target="../media/image9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117.xml"/><Relationship Id="rId13" Type="http://schemas.openxmlformats.org/officeDocument/2006/relationships/slideLayout" Target="../slideLayouts/slideLayout16.xml"/><Relationship Id="rId18" Type="http://schemas.openxmlformats.org/officeDocument/2006/relationships/image" Target="../media/image21.emf"/><Relationship Id="rId3" Type="http://schemas.openxmlformats.org/officeDocument/2006/relationships/tags" Target="../tags/tag112.xml"/><Relationship Id="rId7" Type="http://schemas.openxmlformats.org/officeDocument/2006/relationships/tags" Target="../tags/tag116.xml"/><Relationship Id="rId12" Type="http://schemas.openxmlformats.org/officeDocument/2006/relationships/tags" Target="../tags/tag121.xml"/><Relationship Id="rId17" Type="http://schemas.openxmlformats.org/officeDocument/2006/relationships/image" Target="../media/image20.emf"/><Relationship Id="rId2" Type="http://schemas.openxmlformats.org/officeDocument/2006/relationships/tags" Target="../tags/tag111.xml"/><Relationship Id="rId16" Type="http://schemas.openxmlformats.org/officeDocument/2006/relationships/image" Target="../media/image9.emf"/><Relationship Id="rId20" Type="http://schemas.openxmlformats.org/officeDocument/2006/relationships/image" Target="../media/image23.svg"/><Relationship Id="rId1" Type="http://schemas.openxmlformats.org/officeDocument/2006/relationships/tags" Target="../tags/tag110.xml"/><Relationship Id="rId6" Type="http://schemas.openxmlformats.org/officeDocument/2006/relationships/tags" Target="../tags/tag115.xml"/><Relationship Id="rId11" Type="http://schemas.openxmlformats.org/officeDocument/2006/relationships/tags" Target="../tags/tag120.xml"/><Relationship Id="rId5" Type="http://schemas.openxmlformats.org/officeDocument/2006/relationships/tags" Target="../tags/tag114.xml"/><Relationship Id="rId15" Type="http://schemas.openxmlformats.org/officeDocument/2006/relationships/oleObject" Target="../embeddings/oleObject26.bin"/><Relationship Id="rId10" Type="http://schemas.openxmlformats.org/officeDocument/2006/relationships/tags" Target="../tags/tag119.xml"/><Relationship Id="rId19" Type="http://schemas.openxmlformats.org/officeDocument/2006/relationships/image" Target="../media/image22.png"/><Relationship Id="rId4" Type="http://schemas.openxmlformats.org/officeDocument/2006/relationships/tags" Target="../tags/tag113.xml"/><Relationship Id="rId9" Type="http://schemas.openxmlformats.org/officeDocument/2006/relationships/tags" Target="../tags/tag118.xml"/><Relationship Id="rId14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tags" Target="../tags/tag124.xml"/><Relationship Id="rId7" Type="http://schemas.openxmlformats.org/officeDocument/2006/relationships/oleObject" Target="../embeddings/oleObject19.bin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2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13" Type="http://schemas.openxmlformats.org/officeDocument/2006/relationships/image" Target="../media/image26.jpg"/><Relationship Id="rId3" Type="http://schemas.openxmlformats.org/officeDocument/2006/relationships/tags" Target="../tags/tag128.xml"/><Relationship Id="rId7" Type="http://schemas.openxmlformats.org/officeDocument/2006/relationships/slideLayout" Target="../slideLayouts/slideLayout24.xml"/><Relationship Id="rId12" Type="http://schemas.openxmlformats.org/officeDocument/2006/relationships/image" Target="../media/image25.jpg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6" Type="http://schemas.openxmlformats.org/officeDocument/2006/relationships/tags" Target="../tags/tag131.xml"/><Relationship Id="rId11" Type="http://schemas.openxmlformats.org/officeDocument/2006/relationships/image" Target="../media/image24.jpg"/><Relationship Id="rId5" Type="http://schemas.openxmlformats.org/officeDocument/2006/relationships/tags" Target="../tags/tag130.xml"/><Relationship Id="rId10" Type="http://schemas.openxmlformats.org/officeDocument/2006/relationships/image" Target="../media/image9.emf"/><Relationship Id="rId4" Type="http://schemas.openxmlformats.org/officeDocument/2006/relationships/tags" Target="../tags/tag129.xml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27.jp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tags" Target="../tags/tag134.xml"/><Relationship Id="rId7" Type="http://schemas.openxmlformats.org/officeDocument/2006/relationships/oleObject" Target="../embeddings/oleObject28.bin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13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8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reakingnews.ie/ireland/more-than-a-third-of-people-in-ireland-stressed-in-daily-lives-1680209.html#:~:text=More%20than%20a%20third%20of%20people%20in%20Ireland%20say%20they,age%20group%20feeling%20the%20strain" TargetMode="External"/><Relationship Id="rId3" Type="http://schemas.openxmlformats.org/officeDocument/2006/relationships/slideLayout" Target="../slideLayouts/slideLayout5.xml"/><Relationship Id="rId7" Type="http://schemas.openxmlformats.org/officeDocument/2006/relationships/hyperlink" Target="https://www.mentalhealthireland.ie/research/" TargetMode="External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6" Type="http://schemas.openxmlformats.org/officeDocument/2006/relationships/hyperlink" Target="https://www.aware.ie/national-survey-2023/#:~:text=Anxiety%20rates%20also%20appear%20to,most%20likely%20to%20be%20affected" TargetMode="External"/><Relationship Id="rId11" Type="http://schemas.openxmlformats.org/officeDocument/2006/relationships/hyperlink" Target="https://www.oohpod.com/blog/lidl-joins-forces-with-oohpod" TargetMode="External"/><Relationship Id="rId5" Type="http://schemas.openxmlformats.org/officeDocument/2006/relationships/image" Target="../media/image3.emf"/><Relationship Id="rId10" Type="http://schemas.openxmlformats.org/officeDocument/2006/relationships/hyperlink" Target="https://www.lidl.ie/c/electric-vehicle-charging-points/s10020571" TargetMode="External"/><Relationship Id="rId4" Type="http://schemas.openxmlformats.org/officeDocument/2006/relationships/oleObject" Target="../embeddings/oleObject18.bin"/><Relationship Id="rId9" Type="http://schemas.openxmlformats.org/officeDocument/2006/relationships/hyperlink" Target="https://eire.fandom.com/wiki/List_of_Irish_counties_by_popul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2C123A75-6476-4163-9519-FE1EFFC9624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06" imgH="306" progId="TCLayout.ActiveDocument.1">
                  <p:embed/>
                </p:oleObj>
              </mc:Choice>
              <mc:Fallback>
                <p:oleObj name="think-cell Slide" r:id="rId6" imgW="306" imgH="306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2C123A75-6476-4163-9519-FE1EFFC962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>
            <a:extLst>
              <a:ext uri="{FF2B5EF4-FFF2-40B4-BE49-F238E27FC236}">
                <a16:creationId xmlns:a16="http://schemas.microsoft.com/office/drawing/2014/main" id="{86031CE1-5E98-407C-B3B2-3A8C1522FD8E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gradFill>
            <a:gsLst>
              <a:gs pos="0">
                <a:srgbClr val="006FB9"/>
              </a:gs>
              <a:gs pos="60000">
                <a:srgbClr val="0050AA"/>
              </a:gs>
              <a:gs pos="100000">
                <a:srgbClr val="003565"/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de-DE" sz="4800" b="1" dirty="0">
              <a:solidFill>
                <a:schemeClr val="bg1"/>
              </a:solidFill>
              <a:latin typeface="Lidl Font Pro" panose="02000000000000000000" pitchFamily="2" charset="0"/>
              <a:ea typeface="+mj-ea"/>
              <a:cs typeface="+mj-cs"/>
              <a:sym typeface="Lidl Font Pro" panose="02000000000000000000" pitchFamily="2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26D1679-7828-4D46-93D5-B0FBDAF5D7B8}"/>
              </a:ext>
            </a:extLst>
          </p:cNvPr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 bwMode="gray">
          <a:xfrm>
            <a:off x="407368" y="1557339"/>
            <a:ext cx="10153128" cy="1655478"/>
          </a:xfrm>
        </p:spPr>
        <p:txBody>
          <a:bodyPr vert="horz"/>
          <a:lstStyle/>
          <a:p>
            <a:r>
              <a:rPr lang="en-IE" dirty="0"/>
              <a:t>Introducing “LIDL – The Wellness Zone ”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766691F-4F93-4243-B014-4CC0B6C5F1CF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407368" y="3429000"/>
            <a:ext cx="8856000" cy="1440000"/>
          </a:xfrm>
        </p:spPr>
        <p:txBody>
          <a:bodyPr/>
          <a:lstStyle/>
          <a:p>
            <a:r>
              <a:rPr lang="en-IE" dirty="0"/>
              <a:t>A Strategic Partnership with Wellness Space Brands 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260877F-4377-4AD6-91F9-85392625A8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387691" y="5805264"/>
            <a:ext cx="6912018" cy="360000"/>
          </a:xfrm>
        </p:spPr>
        <p:txBody>
          <a:bodyPr/>
          <a:lstStyle/>
          <a:p>
            <a:r>
              <a:rPr lang="en-IE" dirty="0"/>
              <a:t>Dublin, Ireland </a:t>
            </a:r>
          </a:p>
          <a:p>
            <a:r>
              <a:rPr lang="en-IE" dirty="0"/>
              <a:t>Date: XY, XYWZ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72FEE9-FDDE-C37E-FE6A-F3BCBCFA60AE}"/>
              </a:ext>
            </a:extLst>
          </p:cNvPr>
          <p:cNvSpPr txBox="1"/>
          <p:nvPr/>
        </p:nvSpPr>
        <p:spPr bwMode="gray">
          <a:xfrm>
            <a:off x="263352" y="6206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Disclaimer: This presentation contains reconstructed project examples for portfolio purposes. </a:t>
            </a:r>
          </a:p>
          <a:p>
            <a:r>
              <a:rPr lang="en-US" dirty="0">
                <a:solidFill>
                  <a:srgbClr val="FFFFFF"/>
                </a:solidFill>
              </a:rPr>
              <a:t>No confidential client data, proprietary insights, or sensitive materials are included.</a:t>
            </a:r>
            <a:endParaRPr lang="en-IN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9891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iekt 16" hidden="1">
            <a:extLst>
              <a:ext uri="{FF2B5EF4-FFF2-40B4-BE49-F238E27FC236}">
                <a16:creationId xmlns:a16="http://schemas.microsoft.com/office/drawing/2014/main" id="{B23FA7E7-0FE7-433C-A11F-20E2305C5AD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15" imgH="416" progId="TCLayout.ActiveDocument.1">
                  <p:embed/>
                </p:oleObj>
              </mc:Choice>
              <mc:Fallback>
                <p:oleObj name="think-cell Slide" r:id="rId5" imgW="415" imgH="416" progId="TCLayout.ActiveDocument.1">
                  <p:embed/>
                  <p:pic>
                    <p:nvPicPr>
                      <p:cNvPr id="17" name="Obiekt 16" hidden="1">
                        <a:extLst>
                          <a:ext uri="{FF2B5EF4-FFF2-40B4-BE49-F238E27FC236}">
                            <a16:creationId xmlns:a16="http://schemas.microsoft.com/office/drawing/2014/main" id="{B23FA7E7-0FE7-433C-A11F-20E2305C5A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ytuł 20">
            <a:extLst>
              <a:ext uri="{FF2B5EF4-FFF2-40B4-BE49-F238E27FC236}">
                <a16:creationId xmlns:a16="http://schemas.microsoft.com/office/drawing/2014/main" id="{5B1AEF57-42CD-4BE0-94DB-2533B01229D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7368" y="740776"/>
            <a:ext cx="11376000" cy="576000"/>
          </a:xfrm>
        </p:spPr>
        <p:txBody>
          <a:bodyPr vert="horz"/>
          <a:lstStyle/>
          <a:p>
            <a:r>
              <a:rPr lang="en-IE" dirty="0"/>
              <a:t>Table of contents</a:t>
            </a:r>
          </a:p>
        </p:txBody>
      </p:sp>
      <p:sp>
        <p:nvSpPr>
          <p:cNvPr id="24" name="Symbol zastępczy tekstu 23">
            <a:extLst>
              <a:ext uri="{FF2B5EF4-FFF2-40B4-BE49-F238E27FC236}">
                <a16:creationId xmlns:a16="http://schemas.microsoft.com/office/drawing/2014/main" id="{6C39F10B-5312-4DDB-9658-2577A5AA94FE}"/>
              </a:ext>
            </a:extLst>
          </p:cNvPr>
          <p:cNvSpPr>
            <a:spLocks noGrp="1"/>
          </p:cNvSpPr>
          <p:nvPr>
            <p:ph type="body" sz="quarter" idx="18"/>
            <p:custDataLst>
              <p:tags r:id="rId2"/>
            </p:custDataLst>
          </p:nvPr>
        </p:nvSpPr>
        <p:spPr bwMode="gray">
          <a:xfrm>
            <a:off x="407368" y="1520788"/>
            <a:ext cx="576000" cy="576000"/>
          </a:xfrm>
        </p:spPr>
        <p:txBody>
          <a:bodyPr/>
          <a:lstStyle/>
          <a:p>
            <a:r>
              <a:rPr lang="en-IE" dirty="0"/>
              <a:t>01</a:t>
            </a:r>
          </a:p>
        </p:txBody>
      </p:sp>
      <p:sp>
        <p:nvSpPr>
          <p:cNvPr id="25" name="Symbol zastępczy tekstu 24">
            <a:extLst>
              <a:ext uri="{FF2B5EF4-FFF2-40B4-BE49-F238E27FC236}">
                <a16:creationId xmlns:a16="http://schemas.microsoft.com/office/drawing/2014/main" id="{ED0C9E87-3F65-42A7-92C2-65F92959CB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379814" y="2057994"/>
            <a:ext cx="576263" cy="576262"/>
          </a:xfrm>
        </p:spPr>
        <p:txBody>
          <a:bodyPr/>
          <a:lstStyle/>
          <a:p>
            <a:r>
              <a:rPr lang="en-IE" dirty="0"/>
              <a:t>02</a:t>
            </a:r>
          </a:p>
        </p:txBody>
      </p:sp>
      <p:sp>
        <p:nvSpPr>
          <p:cNvPr id="26" name="Symbol zastępczy tekstu 25">
            <a:extLst>
              <a:ext uri="{FF2B5EF4-FFF2-40B4-BE49-F238E27FC236}">
                <a16:creationId xmlns:a16="http://schemas.microsoft.com/office/drawing/2014/main" id="{E57EB846-A52A-44E7-A88D-751987AD92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>
          <a:xfrm>
            <a:off x="379814" y="2572176"/>
            <a:ext cx="574675" cy="576263"/>
          </a:xfrm>
        </p:spPr>
        <p:txBody>
          <a:bodyPr/>
          <a:lstStyle/>
          <a:p>
            <a:r>
              <a:rPr lang="en-IE" dirty="0"/>
              <a:t>03</a:t>
            </a:r>
          </a:p>
        </p:txBody>
      </p:sp>
      <p:sp>
        <p:nvSpPr>
          <p:cNvPr id="30" name="Symbol zastępczy tekstu 29">
            <a:extLst>
              <a:ext uri="{FF2B5EF4-FFF2-40B4-BE49-F238E27FC236}">
                <a16:creationId xmlns:a16="http://schemas.microsoft.com/office/drawing/2014/main" id="{80F02D0C-09E8-43C7-8E77-93C2C757A571}"/>
              </a:ext>
            </a:extLst>
          </p:cNvPr>
          <p:cNvSpPr>
            <a:spLocks noGrp="1"/>
          </p:cNvSpPr>
          <p:nvPr>
            <p:ph type="body" sz="quarter" idx="24"/>
            <p:custDataLst>
              <p:tags r:id="rId3"/>
            </p:custDataLst>
          </p:nvPr>
        </p:nvSpPr>
        <p:spPr bwMode="gray">
          <a:xfrm>
            <a:off x="1056085" y="1520788"/>
            <a:ext cx="10728000" cy="576000"/>
          </a:xfrm>
        </p:spPr>
        <p:txBody>
          <a:bodyPr/>
          <a:lstStyle/>
          <a:p>
            <a:r>
              <a:rPr lang="en-IE" dirty="0"/>
              <a:t>Market Problem Overview</a:t>
            </a:r>
          </a:p>
        </p:txBody>
      </p:sp>
      <p:sp>
        <p:nvSpPr>
          <p:cNvPr id="44" name="Textplatzhalter 43">
            <a:extLst>
              <a:ext uri="{FF2B5EF4-FFF2-40B4-BE49-F238E27FC236}">
                <a16:creationId xmlns:a16="http://schemas.microsoft.com/office/drawing/2014/main" id="{FD37A80B-9E55-4849-ABA0-E4DAE871170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028794" y="2048639"/>
            <a:ext cx="10728325" cy="483393"/>
          </a:xfrm>
        </p:spPr>
        <p:txBody>
          <a:bodyPr/>
          <a:lstStyle/>
          <a:p>
            <a:r>
              <a:rPr lang="en-US" dirty="0"/>
              <a:t>Why Collaborate with “Wellness space Brands”?</a:t>
            </a:r>
            <a:endParaRPr lang="en-IE" dirty="0"/>
          </a:p>
        </p:txBody>
      </p:sp>
      <p:sp>
        <p:nvSpPr>
          <p:cNvPr id="51" name="Foliennummernplatzhalter 50">
            <a:extLst>
              <a:ext uri="{FF2B5EF4-FFF2-40B4-BE49-F238E27FC236}">
                <a16:creationId xmlns:a16="http://schemas.microsoft.com/office/drawing/2014/main" id="{32A03594-6652-48CB-B5B0-5A8FFDC1F515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424013" y="6525368"/>
            <a:ext cx="360000" cy="216000"/>
          </a:xfrm>
        </p:spPr>
        <p:txBody>
          <a:bodyPr/>
          <a:lstStyle/>
          <a:p>
            <a:fld id="{8CFDFCC3-8B40-4EE5-B231-005F2F1C6A68}" type="slidenum">
              <a:rPr lang="en-IE" smtClean="0"/>
              <a:pPr/>
              <a:t>2</a:t>
            </a:fld>
            <a:endParaRPr lang="en-IE"/>
          </a:p>
        </p:txBody>
      </p:sp>
      <p:sp>
        <p:nvSpPr>
          <p:cNvPr id="4" name="Symbol zastępczy tekstu 25">
            <a:extLst>
              <a:ext uri="{FF2B5EF4-FFF2-40B4-BE49-F238E27FC236}">
                <a16:creationId xmlns:a16="http://schemas.microsoft.com/office/drawing/2014/main" id="{76FA3685-3913-C8D7-FB1B-7A2C9EBC90BF}"/>
              </a:ext>
            </a:extLst>
          </p:cNvPr>
          <p:cNvSpPr txBox="1">
            <a:spLocks/>
          </p:cNvSpPr>
          <p:nvPr/>
        </p:nvSpPr>
        <p:spPr bwMode="gray">
          <a:xfrm>
            <a:off x="350544" y="4810667"/>
            <a:ext cx="574675" cy="5762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989" indent="-216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216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dirty="0"/>
              <a:t>07</a:t>
            </a:r>
          </a:p>
        </p:txBody>
      </p:sp>
      <p:sp>
        <p:nvSpPr>
          <p:cNvPr id="5" name="Symbol zastępczy tekstu 25">
            <a:extLst>
              <a:ext uri="{FF2B5EF4-FFF2-40B4-BE49-F238E27FC236}">
                <a16:creationId xmlns:a16="http://schemas.microsoft.com/office/drawing/2014/main" id="{792B3027-6E2D-74C7-B45C-873C318B8609}"/>
              </a:ext>
            </a:extLst>
          </p:cNvPr>
          <p:cNvSpPr txBox="1">
            <a:spLocks/>
          </p:cNvSpPr>
          <p:nvPr/>
        </p:nvSpPr>
        <p:spPr bwMode="gray">
          <a:xfrm>
            <a:off x="372518" y="4262584"/>
            <a:ext cx="574675" cy="5762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989" indent="-216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216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dirty="0"/>
              <a:t>06</a:t>
            </a:r>
          </a:p>
        </p:txBody>
      </p:sp>
      <p:sp>
        <p:nvSpPr>
          <p:cNvPr id="6" name="Symbol zastępczy tekstu 25">
            <a:extLst>
              <a:ext uri="{FF2B5EF4-FFF2-40B4-BE49-F238E27FC236}">
                <a16:creationId xmlns:a16="http://schemas.microsoft.com/office/drawing/2014/main" id="{E61D5A81-8424-C5EB-7592-4BE15CEB29B0}"/>
              </a:ext>
            </a:extLst>
          </p:cNvPr>
          <p:cNvSpPr txBox="1">
            <a:spLocks/>
          </p:cNvSpPr>
          <p:nvPr/>
        </p:nvSpPr>
        <p:spPr bwMode="gray">
          <a:xfrm>
            <a:off x="350544" y="5395517"/>
            <a:ext cx="574675" cy="5762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989" indent="-216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216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dirty="0"/>
              <a:t>08</a:t>
            </a:r>
          </a:p>
        </p:txBody>
      </p:sp>
      <p:sp>
        <p:nvSpPr>
          <p:cNvPr id="7" name="Symbol zastępczy tekstu 25">
            <a:extLst>
              <a:ext uri="{FF2B5EF4-FFF2-40B4-BE49-F238E27FC236}">
                <a16:creationId xmlns:a16="http://schemas.microsoft.com/office/drawing/2014/main" id="{E9D38CC6-ED8C-4F02-3530-6A810E0A5658}"/>
              </a:ext>
            </a:extLst>
          </p:cNvPr>
          <p:cNvSpPr txBox="1">
            <a:spLocks/>
          </p:cNvSpPr>
          <p:nvPr/>
        </p:nvSpPr>
        <p:spPr bwMode="gray">
          <a:xfrm>
            <a:off x="372518" y="3129652"/>
            <a:ext cx="574675" cy="5762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989" indent="-216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216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dirty="0"/>
              <a:t>04</a:t>
            </a:r>
          </a:p>
        </p:txBody>
      </p:sp>
      <p:sp>
        <p:nvSpPr>
          <p:cNvPr id="8" name="Symbol zastępczy tekstu 25">
            <a:extLst>
              <a:ext uri="{FF2B5EF4-FFF2-40B4-BE49-F238E27FC236}">
                <a16:creationId xmlns:a16="http://schemas.microsoft.com/office/drawing/2014/main" id="{D7C1C34C-8FF5-A5F7-8976-895EED808932}"/>
              </a:ext>
            </a:extLst>
          </p:cNvPr>
          <p:cNvSpPr txBox="1">
            <a:spLocks/>
          </p:cNvSpPr>
          <p:nvPr/>
        </p:nvSpPr>
        <p:spPr bwMode="gray">
          <a:xfrm>
            <a:off x="354641" y="3687128"/>
            <a:ext cx="574675" cy="5762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989" indent="-216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216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dirty="0"/>
              <a:t>05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582751-2C7F-409A-5549-70932DF02117}"/>
              </a:ext>
            </a:extLst>
          </p:cNvPr>
          <p:cNvSpPr txBox="1"/>
          <p:nvPr/>
        </p:nvSpPr>
        <p:spPr bwMode="gray">
          <a:xfrm>
            <a:off x="973857" y="2545616"/>
            <a:ext cx="6154946" cy="478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latin typeface="+mj-lt"/>
              </a:rPr>
              <a:t>What’s in it for LIDL Customers? </a:t>
            </a:r>
            <a:endParaRPr lang="en-IN" sz="2400" b="0" dirty="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C35F60-87F8-AD29-55E9-DCC226572BB9}"/>
              </a:ext>
            </a:extLst>
          </p:cNvPr>
          <p:cNvSpPr txBox="1"/>
          <p:nvPr/>
        </p:nvSpPr>
        <p:spPr bwMode="gray">
          <a:xfrm>
            <a:off x="961785" y="3133283"/>
            <a:ext cx="6154946" cy="478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0" dirty="0">
                <a:latin typeface="+mj-lt"/>
              </a:rPr>
              <a:t>Implementation Plan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2C49A2-D105-A232-EB63-4083EEA8FE48}"/>
              </a:ext>
            </a:extLst>
          </p:cNvPr>
          <p:cNvSpPr txBox="1"/>
          <p:nvPr/>
        </p:nvSpPr>
        <p:spPr bwMode="gray">
          <a:xfrm>
            <a:off x="918707" y="3306458"/>
            <a:ext cx="6154946" cy="85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sz="2400" b="0" dirty="0">
                <a:latin typeface="+mj-lt"/>
              </a:rPr>
              <a:t>Revenue</a:t>
            </a:r>
            <a:r>
              <a:rPr lang="en-IN" dirty="0"/>
              <a:t> </a:t>
            </a:r>
            <a:r>
              <a:rPr lang="en-IN" sz="2400" b="0" dirty="0">
                <a:latin typeface="+mj-lt"/>
              </a:rPr>
              <a:t>Estimations</a:t>
            </a:r>
            <a:r>
              <a:rPr lang="en-IN" dirty="0"/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1CAB5A-1914-98D7-E7A8-022673B3B6A0}"/>
              </a:ext>
            </a:extLst>
          </p:cNvPr>
          <p:cNvSpPr txBox="1"/>
          <p:nvPr/>
        </p:nvSpPr>
        <p:spPr bwMode="gray">
          <a:xfrm>
            <a:off x="925219" y="4259098"/>
            <a:ext cx="6154946" cy="478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0" dirty="0">
                <a:latin typeface="+mj-lt"/>
              </a:rPr>
              <a:t>Implementation</a:t>
            </a:r>
            <a:r>
              <a:rPr lang="en-IN" dirty="0"/>
              <a:t> </a:t>
            </a:r>
            <a:r>
              <a:rPr lang="en-IN" sz="2400" b="0" dirty="0">
                <a:latin typeface="+mj-lt"/>
              </a:rPr>
              <a:t>challenges</a:t>
            </a:r>
            <a:r>
              <a:rPr lang="en-IN" dirty="0"/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BD823F-31A7-D417-BDC0-3FCD8671711B}"/>
              </a:ext>
            </a:extLst>
          </p:cNvPr>
          <p:cNvSpPr txBox="1"/>
          <p:nvPr/>
        </p:nvSpPr>
        <p:spPr bwMode="gray">
          <a:xfrm>
            <a:off x="936206" y="4812281"/>
            <a:ext cx="6154946" cy="478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0" dirty="0">
                <a:latin typeface="+mj-lt"/>
              </a:rPr>
              <a:t>Marketing</a:t>
            </a:r>
            <a:r>
              <a:rPr lang="en-IN" dirty="0"/>
              <a:t> </a:t>
            </a:r>
            <a:r>
              <a:rPr lang="en-IN" sz="2400" b="0" dirty="0">
                <a:latin typeface="+mj-lt"/>
              </a:rPr>
              <a:t>promotions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817AB0-F14A-498E-8BD2-6DAD92B8BA0E}"/>
              </a:ext>
            </a:extLst>
          </p:cNvPr>
          <p:cNvSpPr txBox="1"/>
          <p:nvPr/>
        </p:nvSpPr>
        <p:spPr bwMode="gray">
          <a:xfrm>
            <a:off x="936206" y="5339242"/>
            <a:ext cx="6154946" cy="478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0" dirty="0">
                <a:latin typeface="+mj-lt"/>
              </a:rPr>
              <a:t>What’s</a:t>
            </a:r>
            <a:r>
              <a:rPr lang="en-IN" dirty="0"/>
              <a:t> </a:t>
            </a:r>
            <a:r>
              <a:rPr lang="en-IN" sz="2400" b="0" dirty="0">
                <a:latin typeface="+mj-lt"/>
              </a:rPr>
              <a:t>in</a:t>
            </a:r>
            <a:r>
              <a:rPr lang="en-IN" dirty="0"/>
              <a:t> </a:t>
            </a:r>
            <a:r>
              <a:rPr lang="en-IN" sz="2400" b="0" dirty="0">
                <a:latin typeface="+mj-lt"/>
              </a:rPr>
              <a:t>it</a:t>
            </a:r>
            <a:r>
              <a:rPr lang="en-IN" dirty="0"/>
              <a:t> </a:t>
            </a:r>
            <a:r>
              <a:rPr lang="en-IN" sz="2400" b="0" dirty="0">
                <a:latin typeface="+mj-lt"/>
              </a:rPr>
              <a:t>for</a:t>
            </a:r>
            <a:r>
              <a:rPr lang="en-IN" dirty="0"/>
              <a:t> </a:t>
            </a:r>
            <a:r>
              <a:rPr lang="en-IN" sz="2400" b="0" dirty="0">
                <a:latin typeface="+mj-lt"/>
              </a:rPr>
              <a:t>LIDL</a:t>
            </a:r>
            <a:r>
              <a:rPr lang="en-IN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421117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B8199467-C54E-443F-9D48-1B0F48E8C0A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132286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B8199467-C54E-443F-9D48-1B0F48E8C0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FD80F703-F597-4126-B569-7A0246C4681F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gradFill>
            <a:gsLst>
              <a:gs pos="0">
                <a:srgbClr val="006FB9"/>
              </a:gs>
              <a:gs pos="60000">
                <a:srgbClr val="0050AA"/>
              </a:gs>
              <a:gs pos="100000">
                <a:srgbClr val="003565"/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de-DE" sz="4000" b="1" dirty="0">
              <a:solidFill>
                <a:schemeClr val="bg1"/>
              </a:solidFill>
              <a:latin typeface="Lidl Font Pro" panose="02000000000000000000" pitchFamily="2" charset="0"/>
              <a:ea typeface="+mj-ea"/>
              <a:cs typeface="+mj-cs"/>
              <a:sym typeface="Lidl Font Pro" panose="02000000000000000000" pitchFamily="2" charset="0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8895820F-4031-48E4-804B-FC4B58D82CD3}"/>
              </a:ext>
            </a:extLst>
          </p:cNvPr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 bwMode="gray">
          <a:xfrm>
            <a:off x="3215680" y="2256442"/>
            <a:ext cx="7417370" cy="640794"/>
          </a:xfrm>
        </p:spPr>
        <p:txBody>
          <a:bodyPr vert="horz"/>
          <a:lstStyle/>
          <a:p>
            <a:r>
              <a:rPr lang="en-IE" dirty="0"/>
              <a:t>Market Problem Overview  </a:t>
            </a:r>
          </a:p>
        </p:txBody>
      </p:sp>
      <p:sp>
        <p:nvSpPr>
          <p:cNvPr id="12" name="Untertitel 11">
            <a:extLst>
              <a:ext uri="{FF2B5EF4-FFF2-40B4-BE49-F238E27FC236}">
                <a16:creationId xmlns:a16="http://schemas.microsoft.com/office/drawing/2014/main" id="{A1CBBC5C-BB1F-464E-A83E-C6BE436052D8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 bwMode="gray">
          <a:xfrm>
            <a:off x="3214259" y="2978920"/>
            <a:ext cx="7417370" cy="448851"/>
          </a:xfrm>
        </p:spPr>
        <p:txBody>
          <a:bodyPr/>
          <a:lstStyle/>
          <a:p>
            <a:r>
              <a:rPr lang="en-IE" dirty="0"/>
              <a:t>Addressing the Growing Wellness Challenges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F8DAEF53-D79B-4DA9-92C9-78656B8D0A6F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5"/>
            </p:custDataLst>
          </p:nvPr>
        </p:nvSpPr>
        <p:spPr bwMode="gray">
          <a:xfrm>
            <a:off x="407988" y="1359820"/>
            <a:ext cx="2519363" cy="1584325"/>
          </a:xfrm>
        </p:spPr>
        <p:txBody>
          <a:bodyPr/>
          <a:lstStyle/>
          <a:p>
            <a:r>
              <a:rPr lang="en-IE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23349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Placeholder 25" descr="A blue and black circle with white text&#10;&#10;Description automatically generated">
            <a:extLst>
              <a:ext uri="{FF2B5EF4-FFF2-40B4-BE49-F238E27FC236}">
                <a16:creationId xmlns:a16="http://schemas.microsoft.com/office/drawing/2014/main" id="{B1959402-C59F-64D7-14E6-0D6B68EDB06C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6" r="1426"/>
          <a:stretch>
            <a:fillRect/>
          </a:stretch>
        </p:blipFill>
        <p:spPr>
          <a:xfrm>
            <a:off x="7776195" y="2138170"/>
            <a:ext cx="4440485" cy="2581748"/>
          </a:xfrm>
        </p:spPr>
      </p:pic>
      <p:pic>
        <p:nvPicPr>
          <p:cNvPr id="28" name="Picture Placeholder 27" descr="A blue circle with white text&#10;&#10;Description automatically generated">
            <a:extLst>
              <a:ext uri="{FF2B5EF4-FFF2-40B4-BE49-F238E27FC236}">
                <a16:creationId xmlns:a16="http://schemas.microsoft.com/office/drawing/2014/main" id="{B29E41BC-A774-396D-677C-DD80FB02BF0C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" r="304"/>
          <a:stretch>
            <a:fillRect/>
          </a:stretch>
        </p:blipFill>
        <p:spPr>
          <a:xfrm>
            <a:off x="7680155" y="4267381"/>
            <a:ext cx="4608533" cy="2581748"/>
          </a:xfrm>
        </p:spPr>
      </p:pic>
      <p:pic>
        <p:nvPicPr>
          <p:cNvPr id="24" name="Picture Placeholder 23" descr="A blue circle with white text">
            <a:extLst>
              <a:ext uri="{FF2B5EF4-FFF2-40B4-BE49-F238E27FC236}">
                <a16:creationId xmlns:a16="http://schemas.microsoft.com/office/drawing/2014/main" id="{8F75C5FA-FE6B-CBDE-5F9D-19B4D38FDA4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" r="304"/>
          <a:stretch>
            <a:fillRect/>
          </a:stretch>
        </p:blipFill>
        <p:spPr>
          <a:xfrm>
            <a:off x="7680176" y="8872"/>
            <a:ext cx="4680520" cy="2581748"/>
          </a:xfrm>
        </p:spPr>
      </p:pic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C9BE91CA-9AA1-4FC8-AA5E-08F7E192D35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306" imgH="306" progId="TCLayout.ActiveDocument.1">
                  <p:embed/>
                </p:oleObj>
              </mc:Choice>
              <mc:Fallback>
                <p:oleObj name="think-cell Slide" r:id="rId11" imgW="306" imgH="306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C9BE91CA-9AA1-4FC8-AA5E-08F7E192D3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 hidden="1">
            <a:extLst>
              <a:ext uri="{FF2B5EF4-FFF2-40B4-BE49-F238E27FC236}">
                <a16:creationId xmlns:a16="http://schemas.microsoft.com/office/drawing/2014/main" id="{4DD83EAB-133D-483E-A23A-C15000DFBAB2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gradFill>
            <a:gsLst>
              <a:gs pos="0">
                <a:srgbClr val="006FB9"/>
              </a:gs>
              <a:gs pos="60000">
                <a:srgbClr val="0050AA"/>
              </a:gs>
              <a:gs pos="100000">
                <a:srgbClr val="003565"/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de-DE" sz="3200" b="1" dirty="0">
              <a:solidFill>
                <a:schemeClr val="bg1"/>
              </a:solidFill>
              <a:latin typeface="Lidl Font Pro" panose="02000000000000000000" pitchFamily="2" charset="0"/>
              <a:ea typeface="+mj-ea"/>
              <a:cs typeface="+mj-cs"/>
              <a:sym typeface="Lidl Font Pro" panose="02000000000000000000" pitchFamily="2" charset="0"/>
            </a:endParaRP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7CDB598-4146-4BAB-89C3-B766270D7A27}"/>
              </a:ext>
            </a:extLst>
          </p:cNvPr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 bwMode="gray">
          <a:xfrm>
            <a:off x="408200" y="842170"/>
            <a:ext cx="8568120" cy="1296000"/>
          </a:xfrm>
        </p:spPr>
        <p:txBody>
          <a:bodyPr/>
          <a:lstStyle/>
          <a:p>
            <a:r>
              <a:rPr lang="en-IE" dirty="0"/>
              <a:t>Anxiety Issues  </a:t>
            </a:r>
          </a:p>
          <a:p>
            <a:pPr lvl="2"/>
            <a:r>
              <a:rPr lang="en-US" dirty="0"/>
              <a:t>1 in 5 adults experience anxiety daily, significantly impacting their ability to function</a:t>
            </a:r>
          </a:p>
          <a:p>
            <a:pPr lvl="2"/>
            <a:r>
              <a:rPr lang="en-US" dirty="0"/>
              <a:t>Women report anxiety at higher rates, with 82% experiencing it more frequently compared to men</a:t>
            </a:r>
            <a:endParaRPr lang="en-IE" dirty="0"/>
          </a:p>
          <a:p>
            <a:pPr marL="0" lvl="2" indent="0">
              <a:buNone/>
            </a:pPr>
            <a:r>
              <a:rPr lang="en-IE" dirty="0"/>
              <a:t>Key factors: Negative thinking patterns | Family history | Poor dietary habits | Alcohol </a:t>
            </a:r>
          </a:p>
          <a:p>
            <a:pPr marL="0" lvl="2" indent="0">
              <a:buNone/>
            </a:pPr>
            <a:endParaRPr lang="en-IE" dirty="0"/>
          </a:p>
          <a:p>
            <a:pPr lvl="2"/>
            <a:endParaRPr lang="en-IE" dirty="0"/>
          </a:p>
          <a:p>
            <a:pPr lvl="2"/>
            <a:endParaRPr lang="en-IE" dirty="0"/>
          </a:p>
          <a:p>
            <a:pPr lvl="2"/>
            <a:endParaRPr lang="en-IE" dirty="0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F7F5FF45-D24E-4525-BAF1-2F6E146AF6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80553" y="261492"/>
            <a:ext cx="7488857" cy="407921"/>
          </a:xfrm>
        </p:spPr>
        <p:txBody>
          <a:bodyPr/>
          <a:lstStyle/>
          <a:p>
            <a:r>
              <a:rPr lang="en-IE" dirty="0"/>
              <a:t>“What Does the Research Say?” </a:t>
            </a:r>
          </a:p>
        </p:txBody>
      </p:sp>
      <p:sp>
        <p:nvSpPr>
          <p:cNvPr id="20" name="Inhaltsplatzhalter 19">
            <a:extLst>
              <a:ext uri="{FF2B5EF4-FFF2-40B4-BE49-F238E27FC236}">
                <a16:creationId xmlns:a16="http://schemas.microsoft.com/office/drawing/2014/main" id="{97E89C10-7C75-4481-A814-2AFFAC6C51A2}"/>
              </a:ext>
            </a:extLst>
          </p:cNvPr>
          <p:cNvSpPr>
            <a:spLocks noGrp="1"/>
          </p:cNvSpPr>
          <p:nvPr>
            <p:ph sz="half" idx="23"/>
            <p:custDataLst>
              <p:tags r:id="rId4"/>
            </p:custDataLst>
          </p:nvPr>
        </p:nvSpPr>
        <p:spPr bwMode="gray">
          <a:xfrm>
            <a:off x="380553" y="2781000"/>
            <a:ext cx="8712136" cy="1296000"/>
          </a:xfrm>
        </p:spPr>
        <p:txBody>
          <a:bodyPr/>
          <a:lstStyle/>
          <a:p>
            <a:r>
              <a:rPr lang="en-IE" dirty="0"/>
              <a:t>Sleep Deprivation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b="0" dirty="0"/>
              <a:t>This can be either chronic or severe which can further cause serious health conditions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b="0" dirty="0"/>
              <a:t>Chronic issue can further cause HBP, Depression, Higher Mortality, Obesity </a:t>
            </a:r>
          </a:p>
          <a:p>
            <a:r>
              <a:rPr lang="en-IE" b="0" dirty="0"/>
              <a:t>Key factors: Work schedule | Sleeping environment &amp; quality | Personal lifestyle choices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 dirty="0"/>
          </a:p>
        </p:txBody>
      </p:sp>
      <p:sp>
        <p:nvSpPr>
          <p:cNvPr id="21" name="Inhaltsplatzhalter 20">
            <a:extLst>
              <a:ext uri="{FF2B5EF4-FFF2-40B4-BE49-F238E27FC236}">
                <a16:creationId xmlns:a16="http://schemas.microsoft.com/office/drawing/2014/main" id="{87A42C0D-B622-4FDF-BE18-E4DD857648C3}"/>
              </a:ext>
            </a:extLst>
          </p:cNvPr>
          <p:cNvSpPr>
            <a:spLocks noGrp="1"/>
          </p:cNvSpPr>
          <p:nvPr>
            <p:ph sz="half" idx="24"/>
            <p:custDataLst>
              <p:tags r:id="rId5"/>
            </p:custDataLst>
          </p:nvPr>
        </p:nvSpPr>
        <p:spPr bwMode="gray">
          <a:xfrm>
            <a:off x="380553" y="4467209"/>
            <a:ext cx="8784145" cy="1869721"/>
          </a:xfrm>
        </p:spPr>
        <p:txBody>
          <a:bodyPr/>
          <a:lstStyle/>
          <a:p>
            <a:r>
              <a:rPr lang="en-IE" dirty="0"/>
              <a:t>Stress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b="0" dirty="0"/>
              <a:t>Work responsibilities, Financial challenges, Health related concerns, Family issues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The highest levels of stress are reported by individuals aged 45-54, with a majority being women</a:t>
            </a:r>
            <a:endParaRPr lang="en-IE" b="0" dirty="0"/>
          </a:p>
          <a:p>
            <a:r>
              <a:rPr lang="en-IE" b="0" dirty="0"/>
              <a:t>Key factors: Life-changing events | Emotional imbalance | Environmental factors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 b="0" dirty="0"/>
          </a:p>
        </p:txBody>
      </p:sp>
      <p:sp>
        <p:nvSpPr>
          <p:cNvPr id="3" name="Foliennummernplatzhalter 41">
            <a:extLst>
              <a:ext uri="{FF2B5EF4-FFF2-40B4-BE49-F238E27FC236}">
                <a16:creationId xmlns:a16="http://schemas.microsoft.com/office/drawing/2014/main" id="{99BA0AD4-5EB9-BADB-85B4-0686867B45ED}"/>
              </a:ext>
            </a:extLst>
          </p:cNvPr>
          <p:cNvSpPr txBox="1">
            <a:spLocks/>
          </p:cNvSpPr>
          <p:nvPr/>
        </p:nvSpPr>
        <p:spPr bwMode="gray">
          <a:xfrm>
            <a:off x="228200" y="6453725"/>
            <a:ext cx="36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0000" indent="-200000" algn="l" rtl="0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000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0000" indent="-200000" algn="l" rtl="0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000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0000" indent="-200000" algn="l" rtl="0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000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0000" indent="-200000" algn="l" rtl="0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000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00000" indent="-200000" algn="l" rtl="0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000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00000" indent="-200000" algn="l" rtl="0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000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00000" indent="-200000" algn="l" rtl="0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000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FDFCC3-8B40-4EE5-B231-005F2F1C6A68}" type="slidenum">
              <a:rPr lang="en-IE" smtClean="0"/>
              <a:pPr/>
              <a:t>4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783144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09658-C083-BB49-A994-2AB61ABD1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831752E2-84AB-C071-4B50-017D71759F5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B8199467-C54E-443F-9D48-1B0F48E8C0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FA1A5CE2-E3BC-A0EF-A62E-5B4B0E2C55E6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gradFill>
            <a:gsLst>
              <a:gs pos="0">
                <a:srgbClr val="006FB9"/>
              </a:gs>
              <a:gs pos="60000">
                <a:srgbClr val="0050AA"/>
              </a:gs>
              <a:gs pos="100000">
                <a:srgbClr val="003565"/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de-DE" sz="4000" b="1" dirty="0">
              <a:solidFill>
                <a:schemeClr val="bg1"/>
              </a:solidFill>
              <a:latin typeface="Lidl Font Pro" panose="02000000000000000000" pitchFamily="2" charset="0"/>
              <a:ea typeface="+mj-ea"/>
              <a:cs typeface="+mj-cs"/>
              <a:sym typeface="Lidl Font Pro" panose="02000000000000000000" pitchFamily="2" charset="0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F89F3654-63C0-5BCC-74DC-CE53BF09C4FD}"/>
              </a:ext>
            </a:extLst>
          </p:cNvPr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 bwMode="gray">
          <a:xfrm>
            <a:off x="3215680" y="2296426"/>
            <a:ext cx="7417370" cy="1295438"/>
          </a:xfrm>
        </p:spPr>
        <p:txBody>
          <a:bodyPr vert="horz"/>
          <a:lstStyle/>
          <a:p>
            <a:r>
              <a:rPr lang="en-IE" dirty="0"/>
              <a:t>Why Collaborate with “Wellness space Brands”? </a:t>
            </a:r>
          </a:p>
        </p:txBody>
      </p:sp>
      <p:sp>
        <p:nvSpPr>
          <p:cNvPr id="12" name="Untertitel 11">
            <a:extLst>
              <a:ext uri="{FF2B5EF4-FFF2-40B4-BE49-F238E27FC236}">
                <a16:creationId xmlns:a16="http://schemas.microsoft.com/office/drawing/2014/main" id="{9EF27099-8A7F-A6BC-7C49-AFF3D4828B8B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 bwMode="gray">
          <a:xfrm>
            <a:off x="3215680" y="3716679"/>
            <a:ext cx="7417370" cy="1440000"/>
          </a:xfrm>
        </p:spPr>
        <p:txBody>
          <a:bodyPr/>
          <a:lstStyle/>
          <a:p>
            <a:r>
              <a:rPr lang="en-IE" dirty="0"/>
              <a:t>Innovative Products with Immersive Mental Wellness Experiences 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ECA0976D-719E-464E-9CA8-9C4D0C4632DF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5"/>
            </p:custDataLst>
          </p:nvPr>
        </p:nvSpPr>
        <p:spPr bwMode="gray">
          <a:xfrm>
            <a:off x="407988" y="1359820"/>
            <a:ext cx="2519363" cy="1584325"/>
          </a:xfrm>
        </p:spPr>
        <p:txBody>
          <a:bodyPr/>
          <a:lstStyle/>
          <a:p>
            <a:r>
              <a:rPr lang="en-IE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135559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A16444BF-95E7-4A6E-831E-A6A5904787D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A16444BF-95E7-4A6E-831E-A6A5904787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 hidden="1">
            <a:extLst>
              <a:ext uri="{FF2B5EF4-FFF2-40B4-BE49-F238E27FC236}">
                <a16:creationId xmlns:a16="http://schemas.microsoft.com/office/drawing/2014/main" id="{045B8E29-241C-4041-854E-39AD619C4AFD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gradFill>
            <a:gsLst>
              <a:gs pos="0">
                <a:srgbClr val="006FB9"/>
              </a:gs>
              <a:gs pos="60000">
                <a:srgbClr val="0050AA"/>
              </a:gs>
              <a:gs pos="100000">
                <a:srgbClr val="003565"/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de-DE" sz="3200" b="1" dirty="0">
              <a:solidFill>
                <a:schemeClr val="bg1"/>
              </a:solidFill>
              <a:latin typeface="Lidl Font Pro" panose="02000000000000000000" pitchFamily="2" charset="0"/>
              <a:ea typeface="+mj-ea"/>
              <a:cs typeface="+mj-cs"/>
              <a:sym typeface="Lidl Font Pro" panose="02000000000000000000" pitchFamily="2" charset="0"/>
            </a:endParaRPr>
          </a:p>
        </p:txBody>
      </p:sp>
      <p:sp>
        <p:nvSpPr>
          <p:cNvPr id="26" name="Inhaltsplatzhalter 25">
            <a:extLst>
              <a:ext uri="{FF2B5EF4-FFF2-40B4-BE49-F238E27FC236}">
                <a16:creationId xmlns:a16="http://schemas.microsoft.com/office/drawing/2014/main" id="{F0E82304-9F67-498E-9167-56E8C50D1F61}"/>
              </a:ext>
            </a:extLst>
          </p:cNvPr>
          <p:cNvSpPr>
            <a:spLocks noGrp="1"/>
          </p:cNvSpPr>
          <p:nvPr>
            <p:ph sz="half" idx="18"/>
            <p:custDataLst>
              <p:tags r:id="rId3"/>
            </p:custDataLst>
          </p:nvPr>
        </p:nvSpPr>
        <p:spPr bwMode="gray">
          <a:xfrm>
            <a:off x="4295800" y="4005064"/>
            <a:ext cx="3599779" cy="1943668"/>
          </a:xfrm>
        </p:spPr>
        <p:txBody>
          <a:bodyPr/>
          <a:lstStyle/>
          <a:p>
            <a:r>
              <a:rPr lang="en-IE" dirty="0"/>
              <a:t>Immersive Experience 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Engaging videos featuring soothing nature soundscapes from around the globe are enhanced with scent infusions</a:t>
            </a:r>
            <a:endParaRPr lang="en-IE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The experience is further enriched by guided meditation and breathing exercises</a:t>
            </a:r>
            <a:endParaRPr lang="en-IE" dirty="0"/>
          </a:p>
          <a:p>
            <a:pPr lvl="1"/>
            <a:endParaRPr lang="en-IE" dirty="0"/>
          </a:p>
          <a:p>
            <a:pPr lvl="1"/>
            <a:endParaRPr lang="en-IE" dirty="0"/>
          </a:p>
        </p:txBody>
      </p:sp>
      <p:sp>
        <p:nvSpPr>
          <p:cNvPr id="39" name="Inhaltsplatzhalter 38">
            <a:extLst>
              <a:ext uri="{FF2B5EF4-FFF2-40B4-BE49-F238E27FC236}">
                <a16:creationId xmlns:a16="http://schemas.microsoft.com/office/drawing/2014/main" id="{A971D230-144D-438A-B2DF-2DB24058CB37}"/>
              </a:ext>
            </a:extLst>
          </p:cNvPr>
          <p:cNvSpPr>
            <a:spLocks noGrp="1"/>
          </p:cNvSpPr>
          <p:nvPr>
            <p:ph sz="half" idx="20"/>
            <p:custDataLst>
              <p:tags r:id="rId4"/>
            </p:custDataLst>
          </p:nvPr>
        </p:nvSpPr>
        <p:spPr bwMode="gray">
          <a:xfrm>
            <a:off x="8447583" y="4016163"/>
            <a:ext cx="3599779" cy="1943668"/>
          </a:xfrm>
        </p:spPr>
        <p:txBody>
          <a:bodyPr/>
          <a:lstStyle/>
          <a:p>
            <a:r>
              <a:rPr lang="en-IE" dirty="0"/>
              <a:t>Easy to Control &amp; Manage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Monitor relaxation levels during each breathing exercise to assess stress levels effectively</a:t>
            </a:r>
            <a:endParaRPr lang="en-IE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Built-in heated seats provide added comfort by alleviating body soreness</a:t>
            </a:r>
            <a:endParaRPr lang="en-IE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IE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IE" dirty="0"/>
          </a:p>
          <a:p>
            <a:pPr lvl="1"/>
            <a:endParaRPr lang="en-IE" dirty="0"/>
          </a:p>
          <a:p>
            <a:pPr lvl="1"/>
            <a:endParaRPr lang="en-IE" dirty="0"/>
          </a:p>
          <a:p>
            <a:pPr lvl="1"/>
            <a:endParaRPr lang="en-IE" dirty="0"/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7CDB598-4146-4BAB-89C3-B766270D7A27}"/>
              </a:ext>
            </a:extLst>
          </p:cNvPr>
          <p:cNvSpPr>
            <a:spLocks noGrp="1"/>
          </p:cNvSpPr>
          <p:nvPr>
            <p:ph sz="half" idx="1"/>
            <p:custDataLst>
              <p:tags r:id="rId5"/>
            </p:custDataLst>
          </p:nvPr>
        </p:nvSpPr>
        <p:spPr bwMode="gray">
          <a:xfrm>
            <a:off x="407368" y="4016163"/>
            <a:ext cx="3599779" cy="1943668"/>
          </a:xfrm>
        </p:spPr>
        <p:txBody>
          <a:bodyPr/>
          <a:lstStyle/>
          <a:p>
            <a:r>
              <a:rPr lang="en-IE" dirty="0"/>
              <a:t>Innovative Design 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The product offers a free and relaxed atmosphere, free of unnecessary complications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This unique experience aims to spark curiosity and heighten awareness among customers.</a:t>
            </a:r>
            <a:endParaRPr lang="en-IE" dirty="0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F7F5FF45-D24E-4525-BAF1-2F6E146AF6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7366" y="260648"/>
            <a:ext cx="11376645" cy="455976"/>
          </a:xfrm>
        </p:spPr>
        <p:txBody>
          <a:bodyPr/>
          <a:lstStyle/>
          <a:p>
            <a:r>
              <a:rPr lang="en-IE" dirty="0"/>
              <a:t>Introducing </a:t>
            </a:r>
            <a:r>
              <a:rPr lang="en-IE" dirty="0" err="1"/>
              <a:t>RelaxSpace</a:t>
            </a:r>
            <a:r>
              <a:rPr lang="en-IE" dirty="0"/>
              <a:t> Wellness Pods </a:t>
            </a:r>
          </a:p>
        </p:txBody>
      </p:sp>
      <p:sp>
        <p:nvSpPr>
          <p:cNvPr id="42" name="Foliennummernplatzhalter 41">
            <a:extLst>
              <a:ext uri="{FF2B5EF4-FFF2-40B4-BE49-F238E27FC236}">
                <a16:creationId xmlns:a16="http://schemas.microsoft.com/office/drawing/2014/main" id="{B4D5C4C9-9EA6-4BD8-960E-23F3ED1B502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pPr algn="r"/>
            <a:fld id="{8CFDFCC3-8B40-4EE5-B231-005F2F1C6A68}" type="slidenum">
              <a:rPr lang="en-IE" smtClean="0"/>
              <a:pPr algn="r"/>
              <a:t>6</a:t>
            </a:fld>
            <a:endParaRPr lang="en-I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5C68956-449B-4ACB-8C2F-8468B4462E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521" y="6525368"/>
            <a:ext cx="11376645" cy="216000"/>
          </a:xfrm>
        </p:spPr>
        <p:txBody>
          <a:bodyPr/>
          <a:lstStyle/>
          <a:p>
            <a:r>
              <a:rPr lang="en-IE" dirty="0">
                <a:hlinkClick r:id="rId10"/>
              </a:rPr>
              <a:t>https://www.youtube.com/watch?v=u26csSEcawQ&amp;t=1s</a:t>
            </a:r>
            <a:r>
              <a:rPr lang="en-IE" dirty="0"/>
              <a:t>            https://wellnessspace.com/</a:t>
            </a:r>
          </a:p>
        </p:txBody>
      </p:sp>
      <p:pic>
        <p:nvPicPr>
          <p:cNvPr id="8" name="Picture Placeholder 7" descr="A black and grey exercise machine&#10;&#10;Description automatically generated">
            <a:extLst>
              <a:ext uri="{FF2B5EF4-FFF2-40B4-BE49-F238E27FC236}">
                <a16:creationId xmlns:a16="http://schemas.microsoft.com/office/drawing/2014/main" id="{8FCC4933-7E2C-A399-600C-61CFE2A139EB}"/>
              </a:ext>
            </a:extLst>
          </p:cNvPr>
          <p:cNvPicPr preferRelativeResize="0">
            <a:picLocks noGrp="1" noChangeAspect="1"/>
          </p:cNvPicPr>
          <p:nvPr>
            <p:ph type="pic" sz="quarter" idx="11"/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301104"/>
            <a:ext cx="4296421" cy="25599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E8F1C4B2-5E91-2E96-8FE8-E3FA00B92618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800" y="1301104"/>
            <a:ext cx="4007147" cy="25599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C318378B-FFDA-2E5B-D7C5-0FC24B30ADA4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2947" y="1309445"/>
            <a:ext cx="3889053" cy="25516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4758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D16AF-FA8E-DF96-79EF-55A864C41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737E65F5-2823-4A70-BBFD-E0D4F5019B8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831752E2-84AB-C071-4B50-017D71759F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0546D87A-E34F-B7B7-C355-C03DBCF0228C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gradFill>
            <a:gsLst>
              <a:gs pos="0">
                <a:srgbClr val="006FB9"/>
              </a:gs>
              <a:gs pos="60000">
                <a:srgbClr val="0050AA"/>
              </a:gs>
              <a:gs pos="100000">
                <a:srgbClr val="003565"/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de-DE" sz="4000" b="1" dirty="0">
              <a:solidFill>
                <a:schemeClr val="bg1"/>
              </a:solidFill>
              <a:latin typeface="Lidl Font Pro" panose="02000000000000000000" pitchFamily="2" charset="0"/>
              <a:ea typeface="+mj-ea"/>
              <a:cs typeface="+mj-cs"/>
              <a:sym typeface="Lidl Font Pro" panose="02000000000000000000" pitchFamily="2" charset="0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4E252962-E74B-783A-8703-86703033640D}"/>
              </a:ext>
            </a:extLst>
          </p:cNvPr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 bwMode="gray">
          <a:xfrm>
            <a:off x="3215680" y="2276872"/>
            <a:ext cx="7417370" cy="863390"/>
          </a:xfrm>
        </p:spPr>
        <p:txBody>
          <a:bodyPr vert="horz"/>
          <a:lstStyle/>
          <a:p>
            <a:r>
              <a:rPr lang="en-IE" dirty="0"/>
              <a:t>What’s in it for LIDL Customers? </a:t>
            </a:r>
          </a:p>
        </p:txBody>
      </p:sp>
      <p:sp>
        <p:nvSpPr>
          <p:cNvPr id="12" name="Untertitel 11">
            <a:extLst>
              <a:ext uri="{FF2B5EF4-FFF2-40B4-BE49-F238E27FC236}">
                <a16:creationId xmlns:a16="http://schemas.microsoft.com/office/drawing/2014/main" id="{953BF7C4-9950-C36B-3A76-A5926853DC6D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 bwMode="gray">
          <a:xfrm>
            <a:off x="3215680" y="3212976"/>
            <a:ext cx="7417370" cy="1440000"/>
          </a:xfrm>
        </p:spPr>
        <p:txBody>
          <a:bodyPr/>
          <a:lstStyle/>
          <a:p>
            <a:r>
              <a:rPr lang="en-US" dirty="0"/>
              <a:t>Customer Benefits and Added Value for LIDL</a:t>
            </a:r>
            <a:endParaRPr lang="en-I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76B30A54-8FE5-97E0-DD59-F57C862DED13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5"/>
            </p:custDataLst>
          </p:nvPr>
        </p:nvSpPr>
        <p:spPr bwMode="gray">
          <a:xfrm>
            <a:off x="407988" y="1359820"/>
            <a:ext cx="2519363" cy="1584325"/>
          </a:xfrm>
        </p:spPr>
        <p:txBody>
          <a:bodyPr/>
          <a:lstStyle/>
          <a:p>
            <a:r>
              <a:rPr lang="en-IE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95422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1F7C82F3-84E3-4611-86B1-9D100321E6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24656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06" imgH="306" progId="TCLayout.ActiveDocument.1">
                  <p:embed/>
                </p:oleObj>
              </mc:Choice>
              <mc:Fallback>
                <p:oleObj name="think-cell Slide" r:id="rId6" imgW="306" imgH="306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1F7C82F3-84E3-4611-86B1-9D100321E6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 hidden="1">
            <a:extLst>
              <a:ext uri="{FF2B5EF4-FFF2-40B4-BE49-F238E27FC236}">
                <a16:creationId xmlns:a16="http://schemas.microsoft.com/office/drawing/2014/main" id="{B7C4F1D3-9712-41AD-AF01-7E50B5AB6B2E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gradFill>
            <a:gsLst>
              <a:gs pos="0">
                <a:srgbClr val="006FB9"/>
              </a:gs>
              <a:gs pos="60000">
                <a:srgbClr val="0050AA"/>
              </a:gs>
              <a:gs pos="100000">
                <a:srgbClr val="003565"/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de-DE" sz="3200" b="1" dirty="0">
              <a:solidFill>
                <a:schemeClr val="bg1"/>
              </a:solidFill>
              <a:latin typeface="Lidl Font Pro" panose="02000000000000000000" pitchFamily="2" charset="0"/>
              <a:ea typeface="+mj-ea"/>
              <a:cs typeface="+mj-cs"/>
              <a:sym typeface="Lidl Font Pro" panose="02000000000000000000" pitchFamily="2" charset="0"/>
            </a:endParaRP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7CDB598-4146-4BAB-89C3-B766270D7A27}"/>
              </a:ext>
            </a:extLst>
          </p:cNvPr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 bwMode="gray">
          <a:xfrm>
            <a:off x="214888" y="764704"/>
            <a:ext cx="5688631" cy="5328592"/>
          </a:xfrm>
        </p:spPr>
        <p:txBody>
          <a:bodyPr/>
          <a:lstStyle/>
          <a:p>
            <a:r>
              <a:rPr lang="en-US" dirty="0"/>
              <a:t>Customers can enjoy this unique experience at selected LIDL stores, accompanied by friends and family.</a:t>
            </a:r>
            <a:endParaRPr lang="en-IE" dirty="0"/>
          </a:p>
          <a:p>
            <a:pPr lvl="1"/>
            <a:r>
              <a:rPr lang="en-US" dirty="0"/>
              <a:t>Our goal is to simplify customers' lives by offering an experience that extends beyond routine grocery shopping. </a:t>
            </a:r>
            <a:endParaRPr lang="en-IE" dirty="0"/>
          </a:p>
          <a:p>
            <a:pPr marL="285750" lvl="1" indent="-285750">
              <a:buFontTx/>
              <a:buChar char="-"/>
            </a:pPr>
            <a:r>
              <a:rPr lang="en-US" dirty="0"/>
              <a:t>This initiative encourages repeat visits, transforming the store into a destination for relaxation and wellness</a:t>
            </a:r>
            <a:endParaRPr lang="en-IE" dirty="0"/>
          </a:p>
          <a:p>
            <a:pPr marL="285750" lvl="1" indent="-285750">
              <a:buFontTx/>
              <a:buChar char="-"/>
            </a:pPr>
            <a:r>
              <a:rPr lang="en-US" dirty="0"/>
              <a:t>Customers can take advantage of this service before or after their grocery shopping, making it a seamless part of their routine</a:t>
            </a:r>
            <a:endParaRPr lang="en-IE" dirty="0"/>
          </a:p>
          <a:p>
            <a:pPr marL="285750" lvl="1" indent="-285750">
              <a:buFontTx/>
              <a:buChar char="-"/>
            </a:pPr>
            <a:r>
              <a:rPr lang="en-US" dirty="0"/>
              <a:t>It also provides a perfect opportunity to unwind after work, helping them recharge before heading home</a:t>
            </a:r>
            <a:endParaRPr lang="en-IE" dirty="0"/>
          </a:p>
          <a:p>
            <a:pPr marL="285750" lvl="1" indent="-285750">
              <a:buFontTx/>
              <a:buChar char="-"/>
            </a:pPr>
            <a:r>
              <a:rPr lang="en-US" dirty="0"/>
              <a:t>Regular visits will promote better mental and physical well-being, fostering awareness of a healthier lifestyle</a:t>
            </a:r>
            <a:endParaRPr lang="en-IE" dirty="0"/>
          </a:p>
          <a:p>
            <a:pPr marL="285750" lvl="1" indent="-285750">
              <a:buFontTx/>
              <a:buChar char="-"/>
            </a:pPr>
            <a:r>
              <a:rPr lang="en-US" dirty="0"/>
              <a:t>Just 15 minutes of relaxation can have a profound and positive impact on their daily lives</a:t>
            </a:r>
            <a:endParaRPr lang="en-IE" dirty="0"/>
          </a:p>
          <a:p>
            <a:pPr lvl="1"/>
            <a:endParaRPr lang="en-IE" dirty="0"/>
          </a:p>
          <a:p>
            <a:pPr marL="285750" lvl="1" indent="-285750">
              <a:buFontTx/>
              <a:buChar char="-"/>
            </a:pPr>
            <a:endParaRPr lang="en-IE" dirty="0"/>
          </a:p>
          <a:p>
            <a:pPr lvl="1"/>
            <a:endParaRPr lang="en-IE" dirty="0"/>
          </a:p>
        </p:txBody>
      </p:sp>
      <p:pic>
        <p:nvPicPr>
          <p:cNvPr id="8" name="Picture Placeholder 7" descr="A group of women with shopping bags&#10;&#10;Description automatically generated">
            <a:extLst>
              <a:ext uri="{FF2B5EF4-FFF2-40B4-BE49-F238E27FC236}">
                <a16:creationId xmlns:a16="http://schemas.microsoft.com/office/drawing/2014/main" id="{51920107-8087-622D-9E30-1E588C7BAFB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62" b="14062"/>
          <a:stretch>
            <a:fillRect/>
          </a:stretch>
        </p:blipFill>
        <p:spPr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Placeholder 16" descr="A person holding a bag with a group of people in a grocery store&#10;&#10;Description automatically generated">
            <a:extLst>
              <a:ext uri="{FF2B5EF4-FFF2-40B4-BE49-F238E27FC236}">
                <a16:creationId xmlns:a16="http://schemas.microsoft.com/office/drawing/2014/main" id="{82E90FF0-DC5A-26F5-934F-FEB2781FB9A4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22" b="6322"/>
          <a:stretch>
            <a:fillRect/>
          </a:stretch>
        </p:blipFill>
        <p:spPr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Foliennummernplatzhalter 41">
            <a:extLst>
              <a:ext uri="{FF2B5EF4-FFF2-40B4-BE49-F238E27FC236}">
                <a16:creationId xmlns:a16="http://schemas.microsoft.com/office/drawing/2014/main" id="{581AB381-546B-6F23-DB72-E9171736D33F}"/>
              </a:ext>
            </a:extLst>
          </p:cNvPr>
          <p:cNvSpPr txBox="1">
            <a:spLocks/>
          </p:cNvSpPr>
          <p:nvPr/>
        </p:nvSpPr>
        <p:spPr bwMode="gray">
          <a:xfrm>
            <a:off x="-60821" y="6525344"/>
            <a:ext cx="36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0000" indent="-200000" algn="l" rtl="0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000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0000" indent="-200000" algn="l" rtl="0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000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0000" indent="-200000" algn="l" rtl="0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000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0000" indent="-200000" algn="l" rtl="0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000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00000" indent="-200000" algn="l" rtl="0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000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00000" indent="-200000" algn="l" rtl="0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000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00000" indent="-200000" algn="l" rtl="0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000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FDFCC3-8B40-4EE5-B231-005F2F1C6A68}" type="slidenum">
              <a:rPr lang="en-IE" smtClean="0"/>
              <a:pPr/>
              <a:t>8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769600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C3FD8-4387-9631-2AB9-543B24946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8DE734DB-7C0E-F91A-E6B7-8EA5CA24E61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737E65F5-2823-4A70-BBFD-E0D4F5019B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025ABC9-EBE9-C262-C381-2938A0ADBEB1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gradFill>
            <a:gsLst>
              <a:gs pos="0">
                <a:srgbClr val="006FB9"/>
              </a:gs>
              <a:gs pos="60000">
                <a:srgbClr val="0050AA"/>
              </a:gs>
              <a:gs pos="100000">
                <a:srgbClr val="003565"/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de-DE" sz="4000" b="1" dirty="0">
              <a:solidFill>
                <a:schemeClr val="bg1"/>
              </a:solidFill>
              <a:latin typeface="Lidl Font Pro" panose="02000000000000000000" pitchFamily="2" charset="0"/>
              <a:ea typeface="+mj-ea"/>
              <a:cs typeface="+mj-cs"/>
              <a:sym typeface="Lidl Font Pro" panose="02000000000000000000" pitchFamily="2" charset="0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90AA357E-E463-5F1F-C8D4-89612348699B}"/>
              </a:ext>
            </a:extLst>
          </p:cNvPr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 bwMode="gray">
          <a:xfrm>
            <a:off x="3143672" y="2276872"/>
            <a:ext cx="7417370" cy="702849"/>
          </a:xfrm>
        </p:spPr>
        <p:txBody>
          <a:bodyPr vert="horz"/>
          <a:lstStyle/>
          <a:p>
            <a:r>
              <a:rPr lang="en-IE" dirty="0"/>
              <a:t>Implementation Plan </a:t>
            </a:r>
          </a:p>
        </p:txBody>
      </p:sp>
      <p:sp>
        <p:nvSpPr>
          <p:cNvPr id="12" name="Untertitel 11">
            <a:extLst>
              <a:ext uri="{FF2B5EF4-FFF2-40B4-BE49-F238E27FC236}">
                <a16:creationId xmlns:a16="http://schemas.microsoft.com/office/drawing/2014/main" id="{81F1CAC6-32FD-3A66-9553-E57ACBF9424C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 bwMode="gray">
          <a:xfrm>
            <a:off x="3128358" y="3136607"/>
            <a:ext cx="8251526" cy="567705"/>
          </a:xfrm>
        </p:spPr>
        <p:txBody>
          <a:bodyPr/>
          <a:lstStyle/>
          <a:p>
            <a:r>
              <a:rPr lang="en-US" dirty="0"/>
              <a:t>Transform LIDL's brand perception and create impact on customer’s life</a:t>
            </a:r>
            <a:endParaRPr lang="en-I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BA977E47-54F2-6196-C2D4-FA15D426140B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5"/>
            </p:custDataLst>
          </p:nvPr>
        </p:nvSpPr>
        <p:spPr bwMode="gray">
          <a:xfrm>
            <a:off x="407988" y="1359820"/>
            <a:ext cx="2519363" cy="1584325"/>
          </a:xfrm>
        </p:spPr>
        <p:txBody>
          <a:bodyPr/>
          <a:lstStyle/>
          <a:p>
            <a:r>
              <a:rPr lang="en-IE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264926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8" imgW="360" imgH="360" progId="TCLayout.ActiveDocument.1">
                  <p:embed/>
                </p:oleObj>
              </mc:Choice>
              <mc:Fallback>
                <p:oleObj name="think-cell Slide" r:id="rId18" imgW="360" imgH="360" progId="TCLayout.ActiveDocument.1">
                  <p:embed/>
                  <p:pic>
                    <p:nvPicPr>
                      <p:cNvPr id="3" name="Objek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89" y="1589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 hidden="1">
            <a:extLst>
              <a:ext uri="{FF2B5EF4-FFF2-40B4-BE49-F238E27FC236}">
                <a16:creationId xmlns:a16="http://schemas.microsoft.com/office/drawing/2014/main" id="{E9728532-F3BF-4382-A48F-AF7C026A63D5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gradFill>
            <a:gsLst>
              <a:gs pos="0">
                <a:srgbClr val="006FB9"/>
              </a:gs>
              <a:gs pos="60000">
                <a:srgbClr val="0050AA"/>
              </a:gs>
              <a:gs pos="100000">
                <a:srgbClr val="003565"/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de-DE" sz="3200" b="1" dirty="0">
              <a:solidFill>
                <a:schemeClr val="bg1"/>
              </a:solidFill>
              <a:latin typeface="Lidl Font Pro" panose="02000000000000000000" pitchFamily="2" charset="0"/>
              <a:ea typeface="+mj-ea"/>
              <a:cs typeface="+mj-cs"/>
              <a:sym typeface="Lidl Font Pro" panose="02000000000000000000" pitchFamily="2" charset="0"/>
            </a:endParaRPr>
          </a:p>
        </p:txBody>
      </p:sp>
      <p:sp>
        <p:nvSpPr>
          <p:cNvPr id="17" name="Inhaltsplatzhalter 16">
            <a:extLst>
              <a:ext uri="{FF2B5EF4-FFF2-40B4-BE49-F238E27FC236}">
                <a16:creationId xmlns:a16="http://schemas.microsoft.com/office/drawing/2014/main" id="{3F098391-415F-432F-82F3-082796BE8A24}"/>
              </a:ext>
            </a:extLst>
          </p:cNvPr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 bwMode="gray">
          <a:xfrm>
            <a:off x="386366" y="1216908"/>
            <a:ext cx="11376025" cy="4464049"/>
          </a:xfrm>
        </p:spPr>
        <p:txBody>
          <a:bodyPr/>
          <a:lstStyle/>
          <a:p>
            <a:r>
              <a:rPr lang="en-IE" dirty="0"/>
              <a:t>Objective</a:t>
            </a:r>
          </a:p>
          <a:p>
            <a:pPr algn="just"/>
            <a:r>
              <a:rPr lang="en-US" b="0" dirty="0"/>
              <a:t>Our goal is to transform LIDL’s brand perception while positively impacting the lives of its customers.</a:t>
            </a:r>
            <a:br>
              <a:rPr lang="en-US" b="0" dirty="0"/>
            </a:br>
            <a:r>
              <a:rPr lang="en-US" b="0" dirty="0"/>
              <a:t>This initiative has the potential to be a game-changer, redefining customer engagement and well-being.</a:t>
            </a:r>
            <a:br>
              <a:rPr lang="en-US" b="0" dirty="0"/>
            </a:br>
            <a:r>
              <a:rPr lang="en-US" b="0" dirty="0"/>
              <a:t>A key focus will be identifying the right demographics to test the market acceptance of this pilot project.</a:t>
            </a:r>
            <a:r>
              <a:rPr lang="en-IE" b="0" dirty="0"/>
              <a:t>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390336" y="427041"/>
            <a:ext cx="11376000" cy="576000"/>
          </a:xfrm>
        </p:spPr>
        <p:txBody>
          <a:bodyPr vert="horz"/>
          <a:lstStyle/>
          <a:p>
            <a:r>
              <a:rPr lang="en-IE" dirty="0"/>
              <a:t>The Four Step Plan 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3CF299E3-11FC-4846-8B6F-F2066153CD5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24013" y="6525368"/>
            <a:ext cx="360000" cy="216000"/>
          </a:xfrm>
        </p:spPr>
        <p:txBody>
          <a:bodyPr/>
          <a:lstStyle/>
          <a:p>
            <a:fld id="{8CFDFCC3-8B40-4EE5-B231-005F2F1C6A68}" type="slidenum">
              <a:rPr lang="en-IE" smtClean="0"/>
              <a:pPr/>
              <a:t>10</a:t>
            </a:fld>
            <a:endParaRPr lang="en-IE"/>
          </a:p>
        </p:txBody>
      </p:sp>
      <p:sp>
        <p:nvSpPr>
          <p:cNvPr id="37" name="Textplatzhalter 2">
            <a:extLst>
              <a:ext uri="{FF2B5EF4-FFF2-40B4-BE49-F238E27FC236}">
                <a16:creationId xmlns:a16="http://schemas.microsoft.com/office/drawing/2014/main" id="{A64C6136-AD49-44BB-A7FA-292E6E1114CF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154211" y="3600845"/>
            <a:ext cx="2952332" cy="1800200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Lidl Font Pro Semibold" panose="02000000000000000000" pitchFamily="2" charset="0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989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IE" b="1" dirty="0"/>
              <a:t>Explore Partnership Goals 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Clearly define the roles and responsibilities for WSB and LIDL </a:t>
            </a:r>
            <a:endParaRPr lang="en-IE" dirty="0"/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Collaborate on the design and development of a comprehensive wellness plan</a:t>
            </a:r>
            <a:endParaRPr lang="en-IE" dirty="0"/>
          </a:p>
          <a:p>
            <a:pPr lvl="2">
              <a:lnSpc>
                <a:spcPct val="110000"/>
              </a:lnSpc>
              <a:spcAft>
                <a:spcPts val="600"/>
              </a:spcAft>
            </a:pPr>
            <a:endParaRPr lang="en-IE" dirty="0"/>
          </a:p>
          <a:p>
            <a:pPr lvl="2">
              <a:lnSpc>
                <a:spcPct val="110000"/>
              </a:lnSpc>
              <a:spcAft>
                <a:spcPts val="600"/>
              </a:spcAft>
            </a:pPr>
            <a:endParaRPr lang="en-IE" dirty="0"/>
          </a:p>
        </p:txBody>
      </p:sp>
      <p:sp>
        <p:nvSpPr>
          <p:cNvPr id="38" name="Textplatzhalter 2">
            <a:extLst>
              <a:ext uri="{FF2B5EF4-FFF2-40B4-BE49-F238E27FC236}">
                <a16:creationId xmlns:a16="http://schemas.microsoft.com/office/drawing/2014/main" id="{4D006667-89CC-48C9-927E-748ED295F153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3142007" y="3600895"/>
            <a:ext cx="3025002" cy="1800200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Lidl Font Pro Semibold" panose="02000000000000000000" pitchFamily="2" charset="0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989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IE" b="1" dirty="0"/>
              <a:t>Integrate offerings</a:t>
            </a:r>
            <a:r>
              <a:rPr lang="en-IE" dirty="0"/>
              <a:t> 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Develop wellness kits that seamlessly complement LIDL's existing product offerings </a:t>
            </a:r>
            <a:endParaRPr lang="en-IE" dirty="0"/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Strategize the creation of dedicated "Wellness Zones" within stores</a:t>
            </a:r>
            <a:endParaRPr lang="en-IE" dirty="0"/>
          </a:p>
          <a:p>
            <a:pPr lvl="2">
              <a:lnSpc>
                <a:spcPct val="110000"/>
              </a:lnSpc>
              <a:spcAft>
                <a:spcPts val="600"/>
              </a:spcAft>
            </a:pPr>
            <a:endParaRPr lang="en-IE" dirty="0"/>
          </a:p>
          <a:p>
            <a:pPr lvl="2">
              <a:lnSpc>
                <a:spcPct val="110000"/>
              </a:lnSpc>
              <a:spcAft>
                <a:spcPts val="600"/>
              </a:spcAft>
            </a:pPr>
            <a:endParaRPr lang="en-IE" dirty="0"/>
          </a:p>
          <a:p>
            <a:pPr lvl="2">
              <a:lnSpc>
                <a:spcPct val="110000"/>
              </a:lnSpc>
              <a:spcAft>
                <a:spcPts val="600"/>
              </a:spcAft>
            </a:pPr>
            <a:endParaRPr lang="en-IE" dirty="0"/>
          </a:p>
          <a:p>
            <a:pPr lvl="2">
              <a:lnSpc>
                <a:spcPct val="110000"/>
              </a:lnSpc>
              <a:spcAft>
                <a:spcPts val="600"/>
              </a:spcAft>
            </a:pPr>
            <a:endParaRPr lang="en-IE" dirty="0"/>
          </a:p>
          <a:p>
            <a:pPr lvl="2">
              <a:lnSpc>
                <a:spcPct val="110000"/>
              </a:lnSpc>
              <a:spcAft>
                <a:spcPts val="600"/>
              </a:spcAft>
            </a:pPr>
            <a:endParaRPr lang="en-IE" dirty="0"/>
          </a:p>
          <a:p>
            <a:pPr marL="0" lvl="2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IE" dirty="0"/>
              <a:t> 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endParaRPr lang="en-IE" dirty="0"/>
          </a:p>
          <a:p>
            <a:pPr lvl="2">
              <a:lnSpc>
                <a:spcPct val="110000"/>
              </a:lnSpc>
              <a:spcAft>
                <a:spcPts val="600"/>
              </a:spcAft>
            </a:pPr>
            <a:endParaRPr lang="en-IE" dirty="0"/>
          </a:p>
          <a:p>
            <a:pPr lvl="2">
              <a:lnSpc>
                <a:spcPct val="110000"/>
              </a:lnSpc>
              <a:spcAft>
                <a:spcPts val="600"/>
              </a:spcAft>
            </a:pPr>
            <a:endParaRPr lang="en-IE" dirty="0"/>
          </a:p>
          <a:p>
            <a:pPr lvl="2">
              <a:lnSpc>
                <a:spcPct val="110000"/>
              </a:lnSpc>
              <a:spcAft>
                <a:spcPts val="600"/>
              </a:spcAft>
            </a:pPr>
            <a:endParaRPr lang="en-IE" dirty="0"/>
          </a:p>
          <a:p>
            <a:pPr lvl="2">
              <a:lnSpc>
                <a:spcPct val="110000"/>
              </a:lnSpc>
              <a:spcAft>
                <a:spcPts val="600"/>
              </a:spcAft>
            </a:pPr>
            <a:endParaRPr lang="en-IE" dirty="0"/>
          </a:p>
          <a:p>
            <a:pPr lvl="2">
              <a:lnSpc>
                <a:spcPct val="110000"/>
              </a:lnSpc>
              <a:spcAft>
                <a:spcPts val="600"/>
              </a:spcAft>
            </a:pPr>
            <a:endParaRPr lang="en-IE" dirty="0"/>
          </a:p>
          <a:p>
            <a:pPr lvl="2">
              <a:lnSpc>
                <a:spcPct val="110000"/>
              </a:lnSpc>
              <a:spcAft>
                <a:spcPts val="600"/>
              </a:spcAft>
            </a:pPr>
            <a:endParaRPr lang="en-IE" dirty="0"/>
          </a:p>
          <a:p>
            <a:pPr lvl="2">
              <a:lnSpc>
                <a:spcPct val="110000"/>
              </a:lnSpc>
              <a:spcAft>
                <a:spcPts val="600"/>
              </a:spcAft>
            </a:pPr>
            <a:endParaRPr lang="en-IE" dirty="0"/>
          </a:p>
          <a:p>
            <a:pPr lvl="3">
              <a:lnSpc>
                <a:spcPct val="110000"/>
              </a:lnSpc>
              <a:spcAft>
                <a:spcPts val="600"/>
              </a:spcAft>
            </a:pPr>
            <a:endParaRPr lang="en-IE" dirty="0"/>
          </a:p>
          <a:p>
            <a:pPr lvl="2">
              <a:lnSpc>
                <a:spcPct val="110000"/>
              </a:lnSpc>
              <a:spcAft>
                <a:spcPts val="600"/>
              </a:spcAft>
            </a:pPr>
            <a:endParaRPr lang="en-IE" dirty="0"/>
          </a:p>
          <a:p>
            <a:pPr lvl="2">
              <a:lnSpc>
                <a:spcPct val="110000"/>
              </a:lnSpc>
              <a:spcAft>
                <a:spcPts val="600"/>
              </a:spcAft>
            </a:pPr>
            <a:endParaRPr lang="en-IE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276B8215-4877-45C4-A22F-A995BC611F9A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5982583" y="3599704"/>
            <a:ext cx="2952333" cy="1800299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Lidl Font Pro Semibold" panose="02000000000000000000" pitchFamily="2" charset="0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989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IE" b="1" dirty="0"/>
              <a:t>Rollout &amp; Marketing Plans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Launch marketing campaigns through the LIDL app and in-store promotions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Conduct live in-store engagement activities to showcase the benefits of the wellness offerings</a:t>
            </a:r>
            <a:endParaRPr lang="en-IE" b="1" dirty="0"/>
          </a:p>
        </p:txBody>
      </p:sp>
      <p:grpSp>
        <p:nvGrpSpPr>
          <p:cNvPr id="7" name="Grupa 6">
            <a:extLst>
              <a:ext uri="{FF2B5EF4-FFF2-40B4-BE49-F238E27FC236}">
                <a16:creationId xmlns:a16="http://schemas.microsoft.com/office/drawing/2014/main" id="{C43D1C55-578C-4483-A835-FBBD04855229}"/>
              </a:ext>
            </a:extLst>
          </p:cNvPr>
          <p:cNvGrpSpPr/>
          <p:nvPr/>
        </p:nvGrpSpPr>
        <p:grpSpPr bwMode="gray">
          <a:xfrm>
            <a:off x="-999" y="2808807"/>
            <a:ext cx="3215680" cy="719534"/>
            <a:chOff x="0" y="3429000"/>
            <a:chExt cx="3215680" cy="719534"/>
          </a:xfrm>
        </p:grpSpPr>
        <p:sp>
          <p:nvSpPr>
            <p:cNvPr id="42" name="Textplatzhalter 2">
              <a:extLst>
                <a:ext uri="{FF2B5EF4-FFF2-40B4-BE49-F238E27FC236}">
                  <a16:creationId xmlns:a16="http://schemas.microsoft.com/office/drawing/2014/main" id="{A0DE6A60-E613-43E7-80BB-E8E1F8B388FB}"/>
                </a:ext>
              </a:extLst>
            </p:cNvPr>
            <p:cNvSpPr txBox="1">
              <a:spLocks/>
            </p:cNvSpPr>
            <p:nvPr>
              <p:custDataLst>
                <p:tags r:id="rId14"/>
              </p:custDataLst>
            </p:nvPr>
          </p:nvSpPr>
          <p:spPr bwMode="gray">
            <a:xfrm>
              <a:off x="0" y="3429000"/>
              <a:ext cx="3215680" cy="719534"/>
            </a:xfrm>
            <a:prstGeom prst="homePlate">
              <a:avLst>
                <a:gd name="adj" fmla="val 28868"/>
              </a:avLst>
            </a:prstGeom>
            <a:solidFill>
              <a:srgbClr val="003565"/>
            </a:solidFill>
          </p:spPr>
          <p:txBody>
            <a:bodyPr vert="horz" lIns="540000" tIns="0" rIns="0" bIns="0" rtlCol="0" anchor="ctr" anchorCtr="0">
              <a:noAutofit/>
            </a:bodyPr>
            <a:lstStyle>
              <a:lvl1pPr marL="0" indent="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b="0" kern="1200">
                  <a:solidFill>
                    <a:schemeClr val="tx1"/>
                  </a:solidFill>
                  <a:latin typeface="Lidl Font Pro Semibold" panose="02000000000000000000" pitchFamily="2" charset="0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00050">
                <a:lnSpc>
                  <a:spcPct val="110000"/>
                </a:lnSpc>
                <a:spcAft>
                  <a:spcPts val="600"/>
                </a:spcAft>
              </a:pPr>
              <a:endParaRPr lang="en-IE" b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2" name="Textplatzhalter 2">
              <a:extLst>
                <a:ext uri="{FF2B5EF4-FFF2-40B4-BE49-F238E27FC236}">
                  <a16:creationId xmlns:a16="http://schemas.microsoft.com/office/drawing/2014/main" id="{1C5E7715-1197-4FF4-8785-40B1F79FB925}"/>
                </a:ext>
              </a:extLst>
            </p:cNvPr>
            <p:cNvSpPr txBox="1">
              <a:spLocks/>
            </p:cNvSpPr>
            <p:nvPr>
              <p:custDataLst>
                <p:tags r:id="rId15"/>
              </p:custDataLst>
            </p:nvPr>
          </p:nvSpPr>
          <p:spPr bwMode="gray">
            <a:xfrm>
              <a:off x="407368" y="3429000"/>
              <a:ext cx="504000" cy="719534"/>
            </a:xfrm>
            <a:prstGeom prst="rect">
              <a:avLst/>
            </a:prstGeom>
            <a:noFill/>
          </p:spPr>
          <p:txBody>
            <a:bodyPr vert="horz" lIns="0" tIns="0" rIns="0" bIns="0" rtlCol="0" anchor="ctr" anchorCtr="0">
              <a:noAutofit/>
            </a:bodyPr>
            <a:lstStyle>
              <a:lvl1pPr marL="0" indent="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b="0" kern="1200">
                  <a:solidFill>
                    <a:schemeClr val="tx1"/>
                  </a:solidFill>
                  <a:latin typeface="Lidl Font Pro Semibold" panose="02000000000000000000" pitchFamily="2" charset="0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10000"/>
                </a:lnSpc>
                <a:spcAft>
                  <a:spcPts val="600"/>
                </a:spcAft>
              </a:pPr>
              <a:r>
                <a:rPr lang="en-IE" sz="2400" b="1">
                  <a:solidFill>
                    <a:schemeClr val="bg1"/>
                  </a:solidFill>
                  <a:latin typeface="+mj-lt"/>
                </a:rPr>
                <a:t>01</a:t>
              </a:r>
            </a:p>
          </p:txBody>
        </p:sp>
      </p:grpSp>
      <p:grpSp>
        <p:nvGrpSpPr>
          <p:cNvPr id="8" name="Grupa 7">
            <a:extLst>
              <a:ext uri="{FF2B5EF4-FFF2-40B4-BE49-F238E27FC236}">
                <a16:creationId xmlns:a16="http://schemas.microsoft.com/office/drawing/2014/main" id="{36DB78B4-1632-4597-A915-F76BD9522D2D}"/>
              </a:ext>
            </a:extLst>
          </p:cNvPr>
          <p:cNvGrpSpPr/>
          <p:nvPr/>
        </p:nvGrpSpPr>
        <p:grpSpPr bwMode="gray">
          <a:xfrm>
            <a:off x="2998657" y="2808807"/>
            <a:ext cx="3168352" cy="719534"/>
            <a:chOff x="2999656" y="3429000"/>
            <a:chExt cx="3168352" cy="719534"/>
          </a:xfrm>
        </p:grpSpPr>
        <p:sp>
          <p:nvSpPr>
            <p:cNvPr id="43" name="Textplatzhalter 2">
              <a:extLst>
                <a:ext uri="{FF2B5EF4-FFF2-40B4-BE49-F238E27FC236}">
                  <a16:creationId xmlns:a16="http://schemas.microsoft.com/office/drawing/2014/main" id="{65577ED3-6B18-433B-82A6-896CAE1CD2F2}"/>
                </a:ext>
              </a:extLst>
            </p:cNvPr>
            <p:cNvSpPr txBox="1">
              <a:spLocks/>
            </p:cNvSpPr>
            <p:nvPr>
              <p:custDataLst>
                <p:tags r:id="rId12"/>
              </p:custDataLst>
            </p:nvPr>
          </p:nvSpPr>
          <p:spPr bwMode="gray">
            <a:xfrm>
              <a:off x="2999656" y="3429000"/>
              <a:ext cx="3168352" cy="719534"/>
            </a:xfrm>
            <a:prstGeom prst="chevron">
              <a:avLst>
                <a:gd name="adj" fmla="val 28868"/>
              </a:avLst>
            </a:prstGeom>
            <a:solidFill>
              <a:schemeClr val="tx1"/>
            </a:solidFill>
          </p:spPr>
          <p:txBody>
            <a:bodyPr vert="horz" lIns="684000" tIns="0" rIns="0" bIns="0" rtlCol="0" anchor="ctr" anchorCtr="0">
              <a:noAutofit/>
            </a:bodyPr>
            <a:lstStyle>
              <a:lvl1pPr marL="0" indent="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b="0" kern="1200">
                  <a:solidFill>
                    <a:schemeClr val="tx1"/>
                  </a:solidFill>
                  <a:latin typeface="Lidl Font Pro Semibold" panose="02000000000000000000" pitchFamily="2" charset="0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10000"/>
                </a:lnSpc>
                <a:spcAft>
                  <a:spcPts val="600"/>
                </a:spcAft>
              </a:pPr>
              <a:endParaRPr lang="en-IE" b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3" name="Textplatzhalter 2">
              <a:extLst>
                <a:ext uri="{FF2B5EF4-FFF2-40B4-BE49-F238E27FC236}">
                  <a16:creationId xmlns:a16="http://schemas.microsoft.com/office/drawing/2014/main" id="{9B48C7CF-8F9A-4CA9-A2FC-27421F416EA0}"/>
                </a:ext>
              </a:extLst>
            </p:cNvPr>
            <p:cNvSpPr txBox="1">
              <a:spLocks/>
            </p:cNvSpPr>
            <p:nvPr>
              <p:custDataLst>
                <p:tags r:id="rId13"/>
              </p:custDataLst>
            </p:nvPr>
          </p:nvSpPr>
          <p:spPr bwMode="gray">
            <a:xfrm>
              <a:off x="3359488" y="3429000"/>
              <a:ext cx="576272" cy="719534"/>
            </a:xfrm>
            <a:prstGeom prst="rect">
              <a:avLst/>
            </a:prstGeom>
            <a:noFill/>
          </p:spPr>
          <p:txBody>
            <a:bodyPr vert="horz" lIns="0" tIns="0" rIns="0" bIns="0" rtlCol="0" anchor="ctr" anchorCtr="0">
              <a:noAutofit/>
            </a:bodyPr>
            <a:lstStyle>
              <a:lvl1pPr marL="0" indent="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b="0" kern="1200">
                  <a:solidFill>
                    <a:schemeClr val="tx1"/>
                  </a:solidFill>
                  <a:latin typeface="Lidl Font Pro Semibold" panose="02000000000000000000" pitchFamily="2" charset="0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10000"/>
                </a:lnSpc>
                <a:spcAft>
                  <a:spcPts val="600"/>
                </a:spcAft>
              </a:pPr>
              <a:r>
                <a:rPr lang="en-IE" sz="2400" b="1">
                  <a:solidFill>
                    <a:schemeClr val="bg1"/>
                  </a:solidFill>
                  <a:latin typeface="+mj-lt"/>
                </a:rPr>
                <a:t>02</a:t>
              </a:r>
            </a:p>
          </p:txBody>
        </p:sp>
      </p:grpSp>
      <p:grpSp>
        <p:nvGrpSpPr>
          <p:cNvPr id="9" name="Grupa 8">
            <a:extLst>
              <a:ext uri="{FF2B5EF4-FFF2-40B4-BE49-F238E27FC236}">
                <a16:creationId xmlns:a16="http://schemas.microsoft.com/office/drawing/2014/main" id="{29F55D6F-F204-43CF-B91A-7BD38DFDF47D}"/>
              </a:ext>
            </a:extLst>
          </p:cNvPr>
          <p:cNvGrpSpPr/>
          <p:nvPr/>
        </p:nvGrpSpPr>
        <p:grpSpPr bwMode="gray">
          <a:xfrm>
            <a:off x="5950985" y="2808807"/>
            <a:ext cx="3168000" cy="719534"/>
            <a:chOff x="5951984" y="3429000"/>
            <a:chExt cx="3168000" cy="719534"/>
          </a:xfrm>
        </p:grpSpPr>
        <p:sp>
          <p:nvSpPr>
            <p:cNvPr id="44" name="Textplatzhalter 2">
              <a:extLst>
                <a:ext uri="{FF2B5EF4-FFF2-40B4-BE49-F238E27FC236}">
                  <a16:creationId xmlns:a16="http://schemas.microsoft.com/office/drawing/2014/main" id="{F3AD74FF-5018-41F6-8B45-F1265A70B3D0}"/>
                </a:ext>
              </a:extLst>
            </p:cNvPr>
            <p:cNvSpPr txBox="1">
              <a:spLocks/>
            </p:cNvSpPr>
            <p:nvPr>
              <p:custDataLst>
                <p:tags r:id="rId10"/>
              </p:custDataLst>
            </p:nvPr>
          </p:nvSpPr>
          <p:spPr bwMode="gray">
            <a:xfrm>
              <a:off x="5951984" y="3429000"/>
              <a:ext cx="3168000" cy="719534"/>
            </a:xfrm>
            <a:prstGeom prst="chevron">
              <a:avLst>
                <a:gd name="adj" fmla="val 28868"/>
              </a:avLst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vert="horz" lIns="684000" tIns="0" rIns="0" bIns="0" rtlCol="0" anchor="ctr" anchorCtr="0">
              <a:noAutofit/>
            </a:bodyPr>
            <a:lstStyle>
              <a:lvl1pPr marL="0" indent="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b="0" kern="1200">
                  <a:solidFill>
                    <a:schemeClr val="tx1"/>
                  </a:solidFill>
                  <a:latin typeface="Lidl Font Pro Semibold" panose="02000000000000000000" pitchFamily="2" charset="0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10000"/>
                </a:lnSpc>
                <a:spcAft>
                  <a:spcPts val="600"/>
                </a:spcAft>
              </a:pPr>
              <a:endParaRPr lang="en-IE" b="1">
                <a:latin typeface="+mj-lt"/>
              </a:endParaRPr>
            </a:p>
          </p:txBody>
        </p:sp>
        <p:sp>
          <p:nvSpPr>
            <p:cNvPr id="54" name="Textplatzhalter 2">
              <a:extLst>
                <a:ext uri="{FF2B5EF4-FFF2-40B4-BE49-F238E27FC236}">
                  <a16:creationId xmlns:a16="http://schemas.microsoft.com/office/drawing/2014/main" id="{CEF5B054-168D-4295-B60F-A9A7B2C01C49}"/>
                </a:ext>
              </a:extLst>
            </p:cNvPr>
            <p:cNvSpPr txBox="1">
              <a:spLocks/>
            </p:cNvSpPr>
            <p:nvPr>
              <p:custDataLst>
                <p:tags r:id="rId11"/>
              </p:custDataLst>
            </p:nvPr>
          </p:nvSpPr>
          <p:spPr bwMode="gray">
            <a:xfrm>
              <a:off x="6312080" y="3429000"/>
              <a:ext cx="504000" cy="719534"/>
            </a:xfrm>
            <a:prstGeom prst="rect">
              <a:avLst/>
            </a:prstGeom>
            <a:noFill/>
          </p:spPr>
          <p:txBody>
            <a:bodyPr vert="horz" lIns="0" tIns="0" rIns="0" bIns="0" rtlCol="0" anchor="ctr" anchorCtr="0">
              <a:noAutofit/>
            </a:bodyPr>
            <a:lstStyle>
              <a:lvl1pPr marL="0" indent="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b="0" kern="1200">
                  <a:solidFill>
                    <a:schemeClr val="tx1"/>
                  </a:solidFill>
                  <a:latin typeface="Lidl Font Pro Semibold" panose="02000000000000000000" pitchFamily="2" charset="0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10000"/>
                </a:lnSpc>
                <a:spcAft>
                  <a:spcPts val="600"/>
                </a:spcAft>
              </a:pPr>
              <a:r>
                <a:rPr lang="en-IE" sz="2400" b="1">
                  <a:latin typeface="+mj-lt"/>
                </a:rPr>
                <a:t>03</a:t>
              </a:r>
            </a:p>
          </p:txBody>
        </p:sp>
      </p:grpSp>
      <p:grpSp>
        <p:nvGrpSpPr>
          <p:cNvPr id="11" name="Grupa 10">
            <a:extLst>
              <a:ext uri="{FF2B5EF4-FFF2-40B4-BE49-F238E27FC236}">
                <a16:creationId xmlns:a16="http://schemas.microsoft.com/office/drawing/2014/main" id="{A7ECD4A1-1190-4A54-BBCE-25BD2C60DDDA}"/>
              </a:ext>
            </a:extLst>
          </p:cNvPr>
          <p:cNvGrpSpPr/>
          <p:nvPr/>
        </p:nvGrpSpPr>
        <p:grpSpPr bwMode="gray">
          <a:xfrm>
            <a:off x="8903313" y="2808807"/>
            <a:ext cx="3096000" cy="719534"/>
            <a:chOff x="8904312" y="3429000"/>
            <a:chExt cx="3096000" cy="719534"/>
          </a:xfrm>
        </p:grpSpPr>
        <p:sp>
          <p:nvSpPr>
            <p:cNvPr id="50" name="Textplatzhalter 2">
              <a:extLst>
                <a:ext uri="{FF2B5EF4-FFF2-40B4-BE49-F238E27FC236}">
                  <a16:creationId xmlns:a16="http://schemas.microsoft.com/office/drawing/2014/main" id="{F4BEF45F-9ECC-42A1-86E8-E5467C0B145E}"/>
                </a:ext>
              </a:extLst>
            </p:cNvPr>
            <p:cNvSpPr txBox="1">
              <a:spLocks/>
            </p:cNvSpPr>
            <p:nvPr>
              <p:custDataLst>
                <p:tags r:id="rId8"/>
              </p:custDataLst>
            </p:nvPr>
          </p:nvSpPr>
          <p:spPr bwMode="gray">
            <a:xfrm>
              <a:off x="8904312" y="3429000"/>
              <a:ext cx="3096000" cy="719534"/>
            </a:xfrm>
            <a:prstGeom prst="chevron">
              <a:avLst>
                <a:gd name="adj" fmla="val 28868"/>
              </a:avLst>
            </a:prstGeom>
            <a:solidFill>
              <a:schemeClr val="bg1">
                <a:lumMod val="95000"/>
              </a:schemeClr>
            </a:solidFill>
          </p:spPr>
          <p:txBody>
            <a:bodyPr vert="horz" lIns="684000" tIns="0" rIns="0" bIns="0" rtlCol="0" anchor="ctr" anchorCtr="0">
              <a:noAutofit/>
            </a:bodyPr>
            <a:lstStyle>
              <a:lvl1pPr marL="0" indent="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b="0" kern="1200">
                  <a:solidFill>
                    <a:schemeClr val="tx1"/>
                  </a:solidFill>
                  <a:latin typeface="Lidl Font Pro Semibold" panose="02000000000000000000" pitchFamily="2" charset="0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10000"/>
                </a:lnSpc>
                <a:spcAft>
                  <a:spcPts val="600"/>
                </a:spcAft>
              </a:pPr>
              <a:endParaRPr lang="en-IE" b="1">
                <a:latin typeface="+mj-lt"/>
              </a:endParaRPr>
            </a:p>
          </p:txBody>
        </p:sp>
        <p:sp>
          <p:nvSpPr>
            <p:cNvPr id="55" name="Textplatzhalter 2">
              <a:extLst>
                <a:ext uri="{FF2B5EF4-FFF2-40B4-BE49-F238E27FC236}">
                  <a16:creationId xmlns:a16="http://schemas.microsoft.com/office/drawing/2014/main" id="{EC49B64A-5FBB-40C2-8716-18F068489831}"/>
                </a:ext>
              </a:extLst>
            </p:cNvPr>
            <p:cNvSpPr txBox="1">
              <a:spLocks/>
            </p:cNvSpPr>
            <p:nvPr>
              <p:custDataLst>
                <p:tags r:id="rId9"/>
              </p:custDataLst>
            </p:nvPr>
          </p:nvSpPr>
          <p:spPr bwMode="gray">
            <a:xfrm>
              <a:off x="9264408" y="3429000"/>
              <a:ext cx="504000" cy="719534"/>
            </a:xfrm>
            <a:prstGeom prst="rect">
              <a:avLst/>
            </a:prstGeom>
            <a:noFill/>
          </p:spPr>
          <p:txBody>
            <a:bodyPr vert="horz" lIns="0" tIns="0" rIns="0" bIns="0" rtlCol="0" anchor="ctr" anchorCtr="0">
              <a:noAutofit/>
            </a:bodyPr>
            <a:lstStyle>
              <a:lvl1pPr marL="0" indent="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b="0" kern="1200">
                  <a:solidFill>
                    <a:schemeClr val="tx1"/>
                  </a:solidFill>
                  <a:latin typeface="Lidl Font Pro Semibold" panose="02000000000000000000" pitchFamily="2" charset="0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10000"/>
                </a:lnSpc>
                <a:spcAft>
                  <a:spcPts val="600"/>
                </a:spcAft>
              </a:pPr>
              <a:r>
                <a:rPr lang="en-IE" sz="2400" b="1">
                  <a:latin typeface="+mj-lt"/>
                </a:rPr>
                <a:t>04</a:t>
              </a:r>
            </a:p>
          </p:txBody>
        </p:sp>
      </p:grp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D1398644-567A-638C-5D58-2A0D0F314CA8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gray">
          <a:xfrm>
            <a:off x="9052101" y="3605410"/>
            <a:ext cx="3091572" cy="2040861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Lidl Font Pro Semibold" panose="02000000000000000000" pitchFamily="2" charset="0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989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IE" b="1" dirty="0"/>
              <a:t>Feedback &amp; Optimization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Analyze customer engagement data and identify emerging requirements </a:t>
            </a:r>
            <a:endParaRPr lang="en-IE" dirty="0"/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Introduce innovative wellness programs to continuously enhance and expand the initiative</a:t>
            </a:r>
            <a:endParaRPr lang="en-IE" dirty="0"/>
          </a:p>
          <a:p>
            <a:pPr lvl="2">
              <a:lnSpc>
                <a:spcPct val="110000"/>
              </a:lnSpc>
              <a:spcAft>
                <a:spcPts val="600"/>
              </a:spcAft>
            </a:pPr>
            <a:endParaRPr lang="en-IE" dirty="0"/>
          </a:p>
          <a:p>
            <a:pPr lvl="3">
              <a:lnSpc>
                <a:spcPct val="110000"/>
              </a:lnSpc>
              <a:spcAft>
                <a:spcPts val="600"/>
              </a:spcAft>
            </a:pPr>
            <a:endParaRPr lang="en-IE" dirty="0"/>
          </a:p>
          <a:p>
            <a:pPr lvl="3">
              <a:lnSpc>
                <a:spcPct val="110000"/>
              </a:lnSpc>
              <a:spcAft>
                <a:spcPts val="600"/>
              </a:spcAft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63653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EC719-9CE7-D640-6E24-05CC144B9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C920F9BB-DCD9-8196-4F89-A7479C246EB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8DE734DB-7C0E-F91A-E6B7-8EA5CA24E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70C471A3-E685-3959-DDC1-5895C5534A95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gradFill>
            <a:gsLst>
              <a:gs pos="0">
                <a:srgbClr val="006FB9"/>
              </a:gs>
              <a:gs pos="60000">
                <a:srgbClr val="0050AA"/>
              </a:gs>
              <a:gs pos="100000">
                <a:srgbClr val="003565"/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de-DE" sz="4000" b="1" dirty="0">
              <a:solidFill>
                <a:schemeClr val="bg1"/>
              </a:solidFill>
              <a:latin typeface="Lidl Font Pro" panose="02000000000000000000" pitchFamily="2" charset="0"/>
              <a:ea typeface="+mj-ea"/>
              <a:cs typeface="+mj-cs"/>
              <a:sym typeface="Lidl Font Pro" panose="02000000000000000000" pitchFamily="2" charset="0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ABD9C1E-882E-17B4-4DD0-CB736A235694}"/>
              </a:ext>
            </a:extLst>
          </p:cNvPr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 bwMode="gray">
          <a:xfrm>
            <a:off x="3215680" y="2296779"/>
            <a:ext cx="7417370" cy="647366"/>
          </a:xfrm>
        </p:spPr>
        <p:txBody>
          <a:bodyPr vert="horz"/>
          <a:lstStyle/>
          <a:p>
            <a:r>
              <a:rPr lang="en-IE" dirty="0"/>
              <a:t>Revenue Estimations </a:t>
            </a:r>
          </a:p>
        </p:txBody>
      </p:sp>
      <p:sp>
        <p:nvSpPr>
          <p:cNvPr id="12" name="Untertitel 11">
            <a:extLst>
              <a:ext uri="{FF2B5EF4-FFF2-40B4-BE49-F238E27FC236}">
                <a16:creationId xmlns:a16="http://schemas.microsoft.com/office/drawing/2014/main" id="{20A997F8-5241-2E05-6662-A7E4206C8502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 bwMode="gray">
          <a:xfrm>
            <a:off x="3215680" y="3016859"/>
            <a:ext cx="8784976" cy="792088"/>
          </a:xfrm>
        </p:spPr>
        <p:txBody>
          <a:bodyPr/>
          <a:lstStyle/>
          <a:p>
            <a:r>
              <a:rPr lang="en-US" dirty="0"/>
              <a:t>Assessing the revenue potential and growth opportunities for this initiative</a:t>
            </a:r>
            <a:endParaRPr lang="en-I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B3F8F954-3827-EE99-3DEF-6E3848BE6D4C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5"/>
            </p:custDataLst>
          </p:nvPr>
        </p:nvSpPr>
        <p:spPr bwMode="gray">
          <a:xfrm>
            <a:off x="407988" y="1359820"/>
            <a:ext cx="2519363" cy="1584325"/>
          </a:xfrm>
        </p:spPr>
        <p:txBody>
          <a:bodyPr/>
          <a:lstStyle/>
          <a:p>
            <a:r>
              <a:rPr lang="en-IE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42774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9130B-57A1-8EA6-E1FA-C60FACB53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BA65D442-4537-5672-E5B4-CE83BE2106E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60" imgH="360" progId="TCLayout.ActiveDocument.1">
                  <p:embed/>
                </p:oleObj>
              </mc:Choice>
              <mc:Fallback>
                <p:oleObj name="think-cell Slide" r:id="rId6" imgW="360" imgH="360" progId="TCLayout.ActiveDocument.1">
                  <p:embed/>
                  <p:pic>
                    <p:nvPicPr>
                      <p:cNvPr id="3" name="Objek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89" y="1589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hteck 10" hidden="1">
            <a:extLst>
              <a:ext uri="{FF2B5EF4-FFF2-40B4-BE49-F238E27FC236}">
                <a16:creationId xmlns:a16="http://schemas.microsoft.com/office/drawing/2014/main" id="{09C3A070-C899-8547-7D9B-642B594D1B5C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gradFill>
            <a:gsLst>
              <a:gs pos="0">
                <a:srgbClr val="006FB9"/>
              </a:gs>
              <a:gs pos="60000">
                <a:srgbClr val="0050AA"/>
              </a:gs>
              <a:gs pos="100000">
                <a:srgbClr val="003565"/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de-DE" sz="3200" b="1" dirty="0">
              <a:solidFill>
                <a:schemeClr val="bg1"/>
              </a:solidFill>
              <a:latin typeface="Lidl Font Pro" panose="02000000000000000000" pitchFamily="2" charset="0"/>
              <a:ea typeface="+mj-ea"/>
              <a:cs typeface="+mj-cs"/>
              <a:sym typeface="Lidl Font Pro" panose="02000000000000000000" pitchFamily="2" charset="0"/>
            </a:endParaRP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C86ED518-028F-A0F5-3424-C7E2B7848C80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 bwMode="gray">
          <a:xfrm>
            <a:off x="408013" y="502191"/>
            <a:ext cx="11376000" cy="576000"/>
          </a:xfrm>
        </p:spPr>
        <p:txBody>
          <a:bodyPr vert="horz"/>
          <a:lstStyle/>
          <a:p>
            <a:r>
              <a:rPr lang="en-IE" dirty="0"/>
              <a:t>Estimated Revenue Per Store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EFD53B9-484E-6E6E-08BF-295A239658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8CFDFCC3-8B40-4EE5-B231-005F2F1C6A68}" type="slidenum">
              <a:rPr lang="en-IE" smtClean="0"/>
              <a:pPr algn="r"/>
              <a:t>12</a:t>
            </a:fld>
            <a:endParaRPr lang="en-IE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2DEAB6F-7EF6-E0D5-13DF-839F80E056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382343"/>
              </p:ext>
            </p:extLst>
          </p:nvPr>
        </p:nvGraphicFramePr>
        <p:xfrm>
          <a:off x="407368" y="1286612"/>
          <a:ext cx="9649072" cy="4632084"/>
        </p:xfrm>
        <a:graphic>
          <a:graphicData uri="http://schemas.openxmlformats.org/drawingml/2006/table">
            <a:tbl>
              <a:tblPr firstRow="1" firstCol="1" bandRow="1">
                <a:tableStyleId>{8EC20E35-A176-4012-BC5E-935CFFF8708E}</a:tableStyleId>
              </a:tblPr>
              <a:tblGrid>
                <a:gridCol w="2214472">
                  <a:extLst>
                    <a:ext uri="{9D8B030D-6E8A-4147-A177-3AD203B41FA5}">
                      <a16:colId xmlns:a16="http://schemas.microsoft.com/office/drawing/2014/main" val="3636814891"/>
                    </a:ext>
                  </a:extLst>
                </a:gridCol>
                <a:gridCol w="1742051">
                  <a:extLst>
                    <a:ext uri="{9D8B030D-6E8A-4147-A177-3AD203B41FA5}">
                      <a16:colId xmlns:a16="http://schemas.microsoft.com/office/drawing/2014/main" val="556244465"/>
                    </a:ext>
                  </a:extLst>
                </a:gridCol>
                <a:gridCol w="1978261">
                  <a:extLst>
                    <a:ext uri="{9D8B030D-6E8A-4147-A177-3AD203B41FA5}">
                      <a16:colId xmlns:a16="http://schemas.microsoft.com/office/drawing/2014/main" val="2480539559"/>
                    </a:ext>
                  </a:extLst>
                </a:gridCol>
                <a:gridCol w="2180125">
                  <a:extLst>
                    <a:ext uri="{9D8B030D-6E8A-4147-A177-3AD203B41FA5}">
                      <a16:colId xmlns:a16="http://schemas.microsoft.com/office/drawing/2014/main" val="2145929389"/>
                    </a:ext>
                  </a:extLst>
                </a:gridCol>
                <a:gridCol w="1534163">
                  <a:extLst>
                    <a:ext uri="{9D8B030D-6E8A-4147-A177-3AD203B41FA5}">
                      <a16:colId xmlns:a16="http://schemas.microsoft.com/office/drawing/2014/main" val="2396979230"/>
                    </a:ext>
                  </a:extLst>
                </a:gridCol>
              </a:tblGrid>
              <a:tr h="77944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Key metrics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Avg. Session time per 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Avg. Price per 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Customers opting for sessions /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Total Revenue per store / annum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103883"/>
                  </a:ext>
                </a:extLst>
              </a:tr>
              <a:tr h="578682">
                <a:tc>
                  <a:txBody>
                    <a:bodyPr/>
                    <a:lstStyle/>
                    <a:p>
                      <a:pPr algn="l"/>
                      <a:r>
                        <a:rPr lang="en-IN" b="1" dirty="0"/>
                        <a:t>   Store 1 – Galway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~15 mins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€7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~13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€32,760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943701"/>
                  </a:ext>
                </a:extLst>
              </a:tr>
              <a:tr h="578682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I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  Store 2 – Cavan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~15 mins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€8</a:t>
                      </a:r>
                      <a:endParaRPr lang="en-IN" dirty="0"/>
                    </a:p>
                    <a:p>
                      <a:pPr algn="ctr"/>
                      <a:endParaRPr lang="en-IN" dirty="0">
                        <a:latin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~7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€20,160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032045"/>
                  </a:ext>
                </a:extLst>
              </a:tr>
              <a:tr h="578682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I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  Store 3 – Dublin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~15 mins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€7</a:t>
                      </a:r>
                      <a:endParaRPr lang="en-IN" dirty="0"/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~17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€42,840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07403"/>
                  </a:ext>
                </a:extLst>
              </a:tr>
              <a:tr h="578682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I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 Store 4 – Cork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~15 mins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€7</a:t>
                      </a:r>
                      <a:endParaRPr lang="en-IN" dirty="0"/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~15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€37,800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848343"/>
                  </a:ext>
                </a:extLst>
              </a:tr>
              <a:tr h="578682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I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 Store 5 – Offaly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~15 mins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€8</a:t>
                      </a:r>
                      <a:endParaRPr lang="en-IN" dirty="0"/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~9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€25,920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1746727"/>
                  </a:ext>
                </a:extLst>
              </a:tr>
              <a:tr h="578682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I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 Gross Total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€1,59,480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16974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A093F23-F8EE-D3A6-2ABB-D94151C97CE7}"/>
              </a:ext>
            </a:extLst>
          </p:cNvPr>
          <p:cNvSpPr txBox="1"/>
          <p:nvPr/>
        </p:nvSpPr>
        <p:spPr bwMode="gray">
          <a:xfrm>
            <a:off x="10056440" y="1268696"/>
            <a:ext cx="1973793" cy="4268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Pilot Program for Enhanced Revenue Models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Subscription options for multiple sessions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App-exclusive deals paired with healthy snacks or food products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97664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DE678-E211-D2BF-3BEA-299661B16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CDBF2C0B-7DC5-1D49-0494-6129B041B26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C920F9BB-DCD9-8196-4F89-A7479C246E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FF59FC6-02A0-B31A-AF63-444E72684BE3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gradFill>
            <a:gsLst>
              <a:gs pos="0">
                <a:srgbClr val="006FB9"/>
              </a:gs>
              <a:gs pos="60000">
                <a:srgbClr val="0050AA"/>
              </a:gs>
              <a:gs pos="100000">
                <a:srgbClr val="003565"/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de-DE" sz="4000" b="1" dirty="0">
              <a:solidFill>
                <a:schemeClr val="bg1"/>
              </a:solidFill>
              <a:latin typeface="Lidl Font Pro" panose="02000000000000000000" pitchFamily="2" charset="0"/>
              <a:ea typeface="+mj-ea"/>
              <a:cs typeface="+mj-cs"/>
              <a:sym typeface="Lidl Font Pro" panose="02000000000000000000" pitchFamily="2" charset="0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C2610D70-54D1-98AC-D1E1-ECC5219A2082}"/>
              </a:ext>
            </a:extLst>
          </p:cNvPr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 bwMode="gray">
          <a:xfrm>
            <a:off x="3287688" y="2296779"/>
            <a:ext cx="7417370" cy="647366"/>
          </a:xfrm>
        </p:spPr>
        <p:txBody>
          <a:bodyPr vert="horz"/>
          <a:lstStyle/>
          <a:p>
            <a:r>
              <a:rPr lang="en-IE" dirty="0"/>
              <a:t>Implementation challenges </a:t>
            </a:r>
          </a:p>
        </p:txBody>
      </p:sp>
      <p:sp>
        <p:nvSpPr>
          <p:cNvPr id="12" name="Untertitel 11">
            <a:extLst>
              <a:ext uri="{FF2B5EF4-FFF2-40B4-BE49-F238E27FC236}">
                <a16:creationId xmlns:a16="http://schemas.microsoft.com/office/drawing/2014/main" id="{72A0B7CA-EB93-C8CF-23F4-253542A0FACF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 bwMode="gray">
          <a:xfrm>
            <a:off x="3295257" y="3064230"/>
            <a:ext cx="7417370" cy="845313"/>
          </a:xfrm>
        </p:spPr>
        <p:txBody>
          <a:bodyPr/>
          <a:lstStyle/>
          <a:p>
            <a:r>
              <a:rPr lang="en-US" dirty="0"/>
              <a:t>Potential Challenges in Implementing This Project</a:t>
            </a:r>
            <a:endParaRPr lang="en-I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EC8C1BE2-89E5-E209-EF44-421FCB561547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5"/>
            </p:custDataLst>
          </p:nvPr>
        </p:nvSpPr>
        <p:spPr bwMode="gray">
          <a:xfrm>
            <a:off x="407988" y="1359820"/>
            <a:ext cx="2519363" cy="1584325"/>
          </a:xfrm>
        </p:spPr>
        <p:txBody>
          <a:bodyPr/>
          <a:lstStyle/>
          <a:p>
            <a:r>
              <a:rPr lang="en-IE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679957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platzhalter 2">
            <a:extLst>
              <a:ext uri="{FF2B5EF4-FFF2-40B4-BE49-F238E27FC236}">
                <a16:creationId xmlns:a16="http://schemas.microsoft.com/office/drawing/2014/main" id="{98A2515E-D121-4143-9123-05148B6D6E65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gray">
          <a:xfrm>
            <a:off x="5068962" y="2594841"/>
            <a:ext cx="1872000" cy="1872000"/>
          </a:xfrm>
          <a:prstGeom prst="ellipse">
            <a:avLst/>
          </a:prstGeom>
          <a:solidFill>
            <a:schemeClr val="tx1"/>
          </a:solidFill>
        </p:spPr>
        <p:txBody>
          <a:bodyPr vert="horz" lIns="90000" tIns="82800" rIns="90000" bIns="82800" rtlCol="0" anchor="ctr" anchorCtr="0">
            <a:noAutofit/>
          </a:bodyPr>
          <a:lstStyle>
            <a:lvl1pPr marL="0" indent="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Lidl Font Pro Semibold" panose="02000000000000000000" pitchFamily="2" charset="0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989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IE" dirty="0">
              <a:solidFill>
                <a:schemeClr val="bg1"/>
              </a:solidFill>
              <a:latin typeface="Lidl Font Pro" panose="02000000000000000000" pitchFamily="2" charset="0"/>
            </a:endParaRPr>
          </a:p>
        </p:txBody>
      </p:sp>
      <p:graphicFrame>
        <p:nvGraphicFramePr>
          <p:cNvPr id="31" name="Objekt 30" hidden="1">
            <a:extLst>
              <a:ext uri="{FF2B5EF4-FFF2-40B4-BE49-F238E27FC236}">
                <a16:creationId xmlns:a16="http://schemas.microsoft.com/office/drawing/2014/main" id="{B8A0A866-B576-4696-8376-16FF25D8075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8" imgW="306" imgH="306" progId="TCLayout.ActiveDocument.1">
                  <p:embed/>
                </p:oleObj>
              </mc:Choice>
              <mc:Fallback>
                <p:oleObj name="think-cell Slide" r:id="rId18" imgW="306" imgH="306" progId="TCLayout.ActiveDocument.1">
                  <p:embed/>
                  <p:pic>
                    <p:nvPicPr>
                      <p:cNvPr id="31" name="Objekt 30" hidden="1">
                        <a:extLst>
                          <a:ext uri="{FF2B5EF4-FFF2-40B4-BE49-F238E27FC236}">
                            <a16:creationId xmlns:a16="http://schemas.microsoft.com/office/drawing/2014/main" id="{B8A0A866-B576-4696-8376-16FF25D807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hteck 28" hidden="1">
            <a:extLst>
              <a:ext uri="{FF2B5EF4-FFF2-40B4-BE49-F238E27FC236}">
                <a16:creationId xmlns:a16="http://schemas.microsoft.com/office/drawing/2014/main" id="{D3785CF5-5079-4BB9-8DBE-537D4B2FA877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gradFill>
            <a:gsLst>
              <a:gs pos="0">
                <a:srgbClr val="006FB9"/>
              </a:gs>
              <a:gs pos="60000">
                <a:srgbClr val="0050AA"/>
              </a:gs>
              <a:gs pos="100000">
                <a:srgbClr val="003565"/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de-DE" sz="3200" b="1" dirty="0">
              <a:solidFill>
                <a:schemeClr val="bg1"/>
              </a:solidFill>
              <a:latin typeface="Lidl Font Pro" panose="02000000000000000000" pitchFamily="2" charset="0"/>
              <a:ea typeface="+mj-ea"/>
              <a:cs typeface="+mj-cs"/>
              <a:sym typeface="Lidl Font Pro" panose="02000000000000000000" pitchFamily="2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2760FF3-7FD2-41B9-86C1-EB7BB945F40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5704" y="428514"/>
            <a:ext cx="11376000" cy="489608"/>
          </a:xfrm>
        </p:spPr>
        <p:txBody>
          <a:bodyPr vert="horz"/>
          <a:lstStyle/>
          <a:p>
            <a:r>
              <a:rPr lang="en-IE" dirty="0"/>
              <a:t>Key challenges </a:t>
            </a:r>
          </a:p>
        </p:txBody>
      </p:sp>
      <p:sp>
        <p:nvSpPr>
          <p:cNvPr id="28" name="Freihandform: Form 27">
            <a:extLst>
              <a:ext uri="{FF2B5EF4-FFF2-40B4-BE49-F238E27FC236}">
                <a16:creationId xmlns:a16="http://schemas.microsoft.com/office/drawing/2014/main" id="{EA2AC16E-3132-4DBA-8E5B-34B7E5DD84D3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300746" y="1302325"/>
            <a:ext cx="5184000" cy="1296000"/>
          </a:xfrm>
          <a:custGeom>
            <a:avLst/>
            <a:gdLst>
              <a:gd name="connsiteX0" fmla="*/ 0 w 5229225"/>
              <a:gd name="connsiteY0" fmla="*/ 0 h 1343025"/>
              <a:gd name="connsiteX1" fmla="*/ 3886200 w 5229225"/>
              <a:gd name="connsiteY1" fmla="*/ 0 h 1343025"/>
              <a:gd name="connsiteX2" fmla="*/ 5229225 w 5229225"/>
              <a:gd name="connsiteY2" fmla="*/ 1343025 h 1343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29225" h="1343025">
                <a:moveTo>
                  <a:pt x="0" y="0"/>
                </a:moveTo>
                <a:lnTo>
                  <a:pt x="3886200" y="0"/>
                </a:lnTo>
                <a:lnTo>
                  <a:pt x="5229225" y="1343025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IE"/>
          </a:p>
        </p:txBody>
      </p:sp>
      <p:sp>
        <p:nvSpPr>
          <p:cNvPr id="61" name="Freihandform: Form 60">
            <a:extLst>
              <a:ext uri="{FF2B5EF4-FFF2-40B4-BE49-F238E27FC236}">
                <a16:creationId xmlns:a16="http://schemas.microsoft.com/office/drawing/2014/main" id="{CCC0E07C-230B-41CF-AB26-100543DA91C8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 flipV="1">
            <a:off x="300746" y="4470821"/>
            <a:ext cx="5184000" cy="1296000"/>
          </a:xfrm>
          <a:custGeom>
            <a:avLst/>
            <a:gdLst>
              <a:gd name="connsiteX0" fmla="*/ 0 w 5229225"/>
              <a:gd name="connsiteY0" fmla="*/ 0 h 1343025"/>
              <a:gd name="connsiteX1" fmla="*/ 3886200 w 5229225"/>
              <a:gd name="connsiteY1" fmla="*/ 0 h 1343025"/>
              <a:gd name="connsiteX2" fmla="*/ 5229225 w 5229225"/>
              <a:gd name="connsiteY2" fmla="*/ 1343025 h 1343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29225" h="1343025">
                <a:moveTo>
                  <a:pt x="0" y="0"/>
                </a:moveTo>
                <a:lnTo>
                  <a:pt x="3886200" y="0"/>
                </a:lnTo>
                <a:lnTo>
                  <a:pt x="5229225" y="1343025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IE"/>
          </a:p>
        </p:txBody>
      </p:sp>
      <p:sp>
        <p:nvSpPr>
          <p:cNvPr id="62" name="Freihandform: Form 61">
            <a:extLst>
              <a:ext uri="{FF2B5EF4-FFF2-40B4-BE49-F238E27FC236}">
                <a16:creationId xmlns:a16="http://schemas.microsoft.com/office/drawing/2014/main" id="{14810BCB-57CD-4FEE-B665-3EA3D6961DD6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 flipH="1">
            <a:off x="6494010" y="1302325"/>
            <a:ext cx="5184000" cy="1296000"/>
          </a:xfrm>
          <a:custGeom>
            <a:avLst/>
            <a:gdLst>
              <a:gd name="connsiteX0" fmla="*/ 0 w 5229225"/>
              <a:gd name="connsiteY0" fmla="*/ 0 h 1343025"/>
              <a:gd name="connsiteX1" fmla="*/ 3886200 w 5229225"/>
              <a:gd name="connsiteY1" fmla="*/ 0 h 1343025"/>
              <a:gd name="connsiteX2" fmla="*/ 5229225 w 5229225"/>
              <a:gd name="connsiteY2" fmla="*/ 1343025 h 1343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29225" h="1343025">
                <a:moveTo>
                  <a:pt x="0" y="0"/>
                </a:moveTo>
                <a:lnTo>
                  <a:pt x="3886200" y="0"/>
                </a:lnTo>
                <a:lnTo>
                  <a:pt x="5229225" y="1343025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IE"/>
          </a:p>
        </p:txBody>
      </p:sp>
      <p:sp>
        <p:nvSpPr>
          <p:cNvPr id="63" name="Freihandform: Form 62">
            <a:extLst>
              <a:ext uri="{FF2B5EF4-FFF2-40B4-BE49-F238E27FC236}">
                <a16:creationId xmlns:a16="http://schemas.microsoft.com/office/drawing/2014/main" id="{7002B830-FD8B-4EC7-9CEC-DC074F854769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 flipH="1" flipV="1">
            <a:off x="6494010" y="4470821"/>
            <a:ext cx="5184000" cy="1296000"/>
          </a:xfrm>
          <a:custGeom>
            <a:avLst/>
            <a:gdLst>
              <a:gd name="connsiteX0" fmla="*/ 0 w 5229225"/>
              <a:gd name="connsiteY0" fmla="*/ 0 h 1343025"/>
              <a:gd name="connsiteX1" fmla="*/ 3886200 w 5229225"/>
              <a:gd name="connsiteY1" fmla="*/ 0 h 1343025"/>
              <a:gd name="connsiteX2" fmla="*/ 5229225 w 5229225"/>
              <a:gd name="connsiteY2" fmla="*/ 1343025 h 1343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29225" h="1343025">
                <a:moveTo>
                  <a:pt x="0" y="0"/>
                </a:moveTo>
                <a:lnTo>
                  <a:pt x="3886200" y="0"/>
                </a:lnTo>
                <a:lnTo>
                  <a:pt x="5229225" y="1343025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IE"/>
          </a:p>
        </p:txBody>
      </p:sp>
      <p:sp>
        <p:nvSpPr>
          <p:cNvPr id="64" name="Textplatzhalter 2">
            <a:extLst>
              <a:ext uri="{FF2B5EF4-FFF2-40B4-BE49-F238E27FC236}">
                <a16:creationId xmlns:a16="http://schemas.microsoft.com/office/drawing/2014/main" id="{CFE23800-6DE7-41CD-82CA-1CBC2FFE2401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gray">
          <a:xfrm>
            <a:off x="295346" y="1918169"/>
            <a:ext cx="3885504" cy="1296000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Lidl Font Pro Semibold" panose="02000000000000000000" pitchFamily="2" charset="0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989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Customers may fail to perceive tangible benefits in their lives, potentially leading to dissatisfaction or even legal challenges against the company.</a:t>
            </a:r>
            <a:endParaRPr lang="en-IE" dirty="0"/>
          </a:p>
        </p:txBody>
      </p:sp>
      <p:sp>
        <p:nvSpPr>
          <p:cNvPr id="65" name="Textplatzhalter 2">
            <a:extLst>
              <a:ext uri="{FF2B5EF4-FFF2-40B4-BE49-F238E27FC236}">
                <a16:creationId xmlns:a16="http://schemas.microsoft.com/office/drawing/2014/main" id="{00B3A0F7-A8A6-48E4-B256-D9B0FDF88779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300746" y="1446397"/>
            <a:ext cx="3816000" cy="504000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Lidl Font Pro Semibold" panose="02000000000000000000" pitchFamily="2" charset="0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989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IE" sz="2400" b="1" dirty="0">
                <a:latin typeface="+mj-lt"/>
              </a:rPr>
              <a:t>01 Regulatory &amp; Compliance </a:t>
            </a:r>
          </a:p>
        </p:txBody>
      </p:sp>
      <p:sp>
        <p:nvSpPr>
          <p:cNvPr id="66" name="Textplatzhalter 2">
            <a:extLst>
              <a:ext uri="{FF2B5EF4-FFF2-40B4-BE49-F238E27FC236}">
                <a16:creationId xmlns:a16="http://schemas.microsoft.com/office/drawing/2014/main" id="{61C558F6-4933-4BF4-9D88-D83CC0CEA530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gray">
          <a:xfrm>
            <a:off x="295346" y="4077870"/>
            <a:ext cx="4211078" cy="1224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lvl1pPr marL="0" indent="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Lidl Font Pro Semibold" panose="02000000000000000000" pitchFamily="2" charset="0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989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The initiative requires additional manpower and trained staff. Poor management or lack of skilled personnel could result in negative customer experiences.</a:t>
            </a:r>
            <a:endParaRPr lang="en-IE" dirty="0"/>
          </a:p>
        </p:txBody>
      </p:sp>
      <p:sp>
        <p:nvSpPr>
          <p:cNvPr id="67" name="Textplatzhalter 2">
            <a:extLst>
              <a:ext uri="{FF2B5EF4-FFF2-40B4-BE49-F238E27FC236}">
                <a16:creationId xmlns:a16="http://schemas.microsoft.com/office/drawing/2014/main" id="{A4A2352D-28C2-46BF-8E38-42B270551DE9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300746" y="3534677"/>
            <a:ext cx="3816000" cy="504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lvl1pPr marL="0" indent="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Lidl Font Pro Semibold" panose="02000000000000000000" pitchFamily="2" charset="0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989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IE" sz="2400" b="1" dirty="0">
                <a:latin typeface="+mj-lt"/>
              </a:rPr>
              <a:t>03 Operational Issues </a:t>
            </a:r>
          </a:p>
        </p:txBody>
      </p:sp>
      <p:sp>
        <p:nvSpPr>
          <p:cNvPr id="68" name="Textplatzhalter 2">
            <a:extLst>
              <a:ext uri="{FF2B5EF4-FFF2-40B4-BE49-F238E27FC236}">
                <a16:creationId xmlns:a16="http://schemas.microsoft.com/office/drawing/2014/main" id="{2E5BA256-F88E-4D07-BEFF-E03FA9BC735E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7868488" y="1914940"/>
            <a:ext cx="3922622" cy="1296000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Lidl Font Pro Semibold" panose="02000000000000000000" pitchFamily="2" charset="0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989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There could be limited or no initial response to the “Wellness Zone,” which might delay or halt plans to expand the initiative to additional locations.</a:t>
            </a:r>
          </a:p>
          <a:p>
            <a:pPr lvl="1" algn="just">
              <a:lnSpc>
                <a:spcPct val="110000"/>
              </a:lnSpc>
              <a:spcAft>
                <a:spcPts val="600"/>
              </a:spcAft>
            </a:pPr>
            <a:endParaRPr lang="en-IE" dirty="0"/>
          </a:p>
        </p:txBody>
      </p:sp>
      <p:sp>
        <p:nvSpPr>
          <p:cNvPr id="69" name="Textplatzhalter 2">
            <a:extLst>
              <a:ext uri="{FF2B5EF4-FFF2-40B4-BE49-F238E27FC236}">
                <a16:creationId xmlns:a16="http://schemas.microsoft.com/office/drawing/2014/main" id="{ECF6726E-02B5-44D3-AA56-5AD38E4749C5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7862010" y="1446397"/>
            <a:ext cx="3816000" cy="504000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Lidl Font Pro Semibold" panose="02000000000000000000" pitchFamily="2" charset="0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989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IE" sz="2400" b="1" dirty="0">
                <a:latin typeface="+mj-lt"/>
              </a:rPr>
              <a:t>02 Customer Adoption</a:t>
            </a:r>
          </a:p>
        </p:txBody>
      </p:sp>
      <p:sp>
        <p:nvSpPr>
          <p:cNvPr id="70" name="Textplatzhalter 2">
            <a:extLst>
              <a:ext uri="{FF2B5EF4-FFF2-40B4-BE49-F238E27FC236}">
                <a16:creationId xmlns:a16="http://schemas.microsoft.com/office/drawing/2014/main" id="{D3E653ED-D3D7-4229-B56B-6956F1985847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7862010" y="4058724"/>
            <a:ext cx="3816000" cy="1224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lvl1pPr marL="0" indent="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Lidl Font Pro Semibold" panose="02000000000000000000" pitchFamily="2" charset="0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989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Dependence on WSB’s support poses a risk. A lack of cooperation or availability from the brand may hinder the success of this initiative.</a:t>
            </a:r>
            <a:endParaRPr lang="en-IE" dirty="0"/>
          </a:p>
        </p:txBody>
      </p:sp>
      <p:sp>
        <p:nvSpPr>
          <p:cNvPr id="71" name="Textplatzhalter 2">
            <a:extLst>
              <a:ext uri="{FF2B5EF4-FFF2-40B4-BE49-F238E27FC236}">
                <a16:creationId xmlns:a16="http://schemas.microsoft.com/office/drawing/2014/main" id="{50EB8A1E-E61B-44ED-893F-4BA0C5833399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gray">
          <a:xfrm>
            <a:off x="7829074" y="3531985"/>
            <a:ext cx="3816000" cy="504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lvl1pPr marL="0" indent="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Lidl Font Pro Semibold" panose="02000000000000000000" pitchFamily="2" charset="0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989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IE" sz="2400" b="1" dirty="0">
                <a:latin typeface="+mj-lt"/>
              </a:rPr>
              <a:t>04 Lack of Support from WSB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407E1CB-C1E5-4CE3-92D3-8286F8C7744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8CFDFCC3-8B40-4EE5-B231-005F2F1C6A68}" type="slidenum">
              <a:rPr lang="en-IE" smtClean="0"/>
              <a:pPr algn="r"/>
              <a:t>14</a:t>
            </a:fld>
            <a:endParaRPr lang="en-IE"/>
          </a:p>
        </p:txBody>
      </p:sp>
      <p:pic>
        <p:nvPicPr>
          <p:cNvPr id="6" name="Grafik 256">
            <a:extLst>
              <a:ext uri="{FF2B5EF4-FFF2-40B4-BE49-F238E27FC236}">
                <a16:creationId xmlns:a16="http://schemas.microsoft.com/office/drawing/2014/main" id="{1D9EFDA1-FAE9-196E-92AC-8C455A7BB8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591368" y="2996952"/>
            <a:ext cx="864672" cy="86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5190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A80EC-CFB7-7F74-CCF3-BDE824293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FC30F954-4C2A-705D-EF87-64616170EC1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CDBF2C0B-7DC5-1D49-0494-6129B041B2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E1FE2150-AA83-4A29-B313-D11E0B2D4688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gradFill>
            <a:gsLst>
              <a:gs pos="0">
                <a:srgbClr val="006FB9"/>
              </a:gs>
              <a:gs pos="60000">
                <a:srgbClr val="0050AA"/>
              </a:gs>
              <a:gs pos="100000">
                <a:srgbClr val="003565"/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de-DE" sz="4000" b="1" dirty="0">
              <a:solidFill>
                <a:schemeClr val="bg1"/>
              </a:solidFill>
              <a:latin typeface="Lidl Font Pro" panose="02000000000000000000" pitchFamily="2" charset="0"/>
              <a:ea typeface="+mj-ea"/>
              <a:cs typeface="+mj-cs"/>
              <a:sym typeface="Lidl Font Pro" panose="02000000000000000000" pitchFamily="2" charset="0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9E2FC218-F78C-CBFC-9CBC-6250F972354F}"/>
              </a:ext>
            </a:extLst>
          </p:cNvPr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 bwMode="gray">
          <a:xfrm>
            <a:off x="3143672" y="2360576"/>
            <a:ext cx="7417370" cy="647366"/>
          </a:xfrm>
        </p:spPr>
        <p:txBody>
          <a:bodyPr vert="horz"/>
          <a:lstStyle/>
          <a:p>
            <a:r>
              <a:rPr lang="en-IE" dirty="0"/>
              <a:t>Marketing promotions</a:t>
            </a:r>
          </a:p>
        </p:txBody>
      </p:sp>
      <p:sp>
        <p:nvSpPr>
          <p:cNvPr id="12" name="Untertitel 11">
            <a:extLst>
              <a:ext uri="{FF2B5EF4-FFF2-40B4-BE49-F238E27FC236}">
                <a16:creationId xmlns:a16="http://schemas.microsoft.com/office/drawing/2014/main" id="{A4687527-E5A3-F8D6-54D2-109048E27A2A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 bwMode="gray">
          <a:xfrm>
            <a:off x="3143672" y="3042949"/>
            <a:ext cx="9001000" cy="772101"/>
          </a:xfrm>
        </p:spPr>
        <p:txBody>
          <a:bodyPr/>
          <a:lstStyle/>
          <a:p>
            <a:r>
              <a:rPr lang="en-US" dirty="0"/>
              <a:t>Key Steps to Develop an Effective Marketing Plan for the New Initiative</a:t>
            </a:r>
            <a:endParaRPr lang="en-I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F453E066-9B09-3299-3B28-BD0994070FE9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5"/>
            </p:custDataLst>
          </p:nvPr>
        </p:nvSpPr>
        <p:spPr bwMode="gray">
          <a:xfrm>
            <a:off x="407988" y="1359820"/>
            <a:ext cx="2519363" cy="1584325"/>
          </a:xfrm>
        </p:spPr>
        <p:txBody>
          <a:bodyPr/>
          <a:lstStyle/>
          <a:p>
            <a:r>
              <a:rPr lang="en-IE" dirty="0"/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067179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Objekt 17" hidden="1">
            <a:extLst>
              <a:ext uri="{FF2B5EF4-FFF2-40B4-BE49-F238E27FC236}">
                <a16:creationId xmlns:a16="http://schemas.microsoft.com/office/drawing/2014/main" id="{FEFCEEA4-90BF-4631-9522-E58E8CD2450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306" imgH="306" progId="TCLayout.ActiveDocument.1">
                  <p:embed/>
                </p:oleObj>
              </mc:Choice>
              <mc:Fallback>
                <p:oleObj name="think-cell Slide" r:id="rId15" imgW="306" imgH="306" progId="TCLayout.ActiveDocument.1">
                  <p:embed/>
                  <p:pic>
                    <p:nvPicPr>
                      <p:cNvPr id="18" name="Objekt 17" hidden="1">
                        <a:extLst>
                          <a:ext uri="{FF2B5EF4-FFF2-40B4-BE49-F238E27FC236}">
                            <a16:creationId xmlns:a16="http://schemas.microsoft.com/office/drawing/2014/main" id="{FEFCEEA4-90BF-4631-9522-E58E8CD245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hteck 16" hidden="1">
            <a:extLst>
              <a:ext uri="{FF2B5EF4-FFF2-40B4-BE49-F238E27FC236}">
                <a16:creationId xmlns:a16="http://schemas.microsoft.com/office/drawing/2014/main" id="{DAA68A04-D4E8-4B12-BF33-C925D5C60CBD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gradFill>
            <a:gsLst>
              <a:gs pos="0">
                <a:srgbClr val="006FB9"/>
              </a:gs>
              <a:gs pos="60000">
                <a:srgbClr val="0050AA"/>
              </a:gs>
              <a:gs pos="100000">
                <a:srgbClr val="003565"/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de-DE" sz="3200" b="1" dirty="0">
              <a:solidFill>
                <a:schemeClr val="bg1"/>
              </a:solidFill>
              <a:latin typeface="Lidl Font Pro" panose="02000000000000000000" pitchFamily="2" charset="0"/>
              <a:ea typeface="+mj-ea"/>
              <a:cs typeface="+mj-cs"/>
              <a:sym typeface="Lidl Font Pro" panose="02000000000000000000" pitchFamily="2" charset="0"/>
            </a:endParaRPr>
          </a:p>
        </p:txBody>
      </p: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EBC835C1-66F1-484F-997A-078AC3350AC2}"/>
              </a:ext>
            </a:extLst>
          </p:cNvPr>
          <p:cNvCxnSpPr/>
          <p:nvPr>
            <p:custDataLst>
              <p:tags r:id="rId3"/>
            </p:custDataLst>
          </p:nvPr>
        </p:nvCxnSpPr>
        <p:spPr bwMode="gray">
          <a:xfrm>
            <a:off x="3936464" y="1556792"/>
            <a:ext cx="7848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5FA355BC-9E26-46CC-BF4C-9CED545241FD}"/>
              </a:ext>
            </a:extLst>
          </p:cNvPr>
          <p:cNvCxnSpPr/>
          <p:nvPr>
            <p:custDataLst>
              <p:tags r:id="rId4"/>
            </p:custDataLst>
          </p:nvPr>
        </p:nvCxnSpPr>
        <p:spPr bwMode="gray">
          <a:xfrm>
            <a:off x="3936464" y="2682170"/>
            <a:ext cx="7848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CC70D720-7B88-442E-9EA5-A3E2BFEA61F3}"/>
              </a:ext>
            </a:extLst>
          </p:cNvPr>
          <p:cNvCxnSpPr/>
          <p:nvPr>
            <p:custDataLst>
              <p:tags r:id="rId5"/>
            </p:custDataLst>
          </p:nvPr>
        </p:nvCxnSpPr>
        <p:spPr bwMode="gray">
          <a:xfrm>
            <a:off x="3936464" y="3807716"/>
            <a:ext cx="7848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5478D087-3C5B-47C8-A46A-27B508AA6C73}"/>
              </a:ext>
            </a:extLst>
          </p:cNvPr>
          <p:cNvCxnSpPr/>
          <p:nvPr>
            <p:custDataLst>
              <p:tags r:id="rId6"/>
            </p:custDataLst>
          </p:nvPr>
        </p:nvCxnSpPr>
        <p:spPr bwMode="gray">
          <a:xfrm>
            <a:off x="3936464" y="4941168"/>
            <a:ext cx="7848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leichschenkliges Dreieck 15">
            <a:extLst>
              <a:ext uri="{FF2B5EF4-FFF2-40B4-BE49-F238E27FC236}">
                <a16:creationId xmlns:a16="http://schemas.microsoft.com/office/drawing/2014/main" id="{10D9174F-BD4E-47F5-AD47-C5D41D3DB715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 flipV="1">
            <a:off x="262704" y="1446062"/>
            <a:ext cx="6121328" cy="4685460"/>
          </a:xfrm>
          <a:prstGeom prst="triangle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IE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DCA3CA3-C830-5449-AE41-65B53B28627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7368" y="590070"/>
            <a:ext cx="11376000" cy="726706"/>
          </a:xfrm>
        </p:spPr>
        <p:txBody>
          <a:bodyPr vert="horz"/>
          <a:lstStyle/>
          <a:p>
            <a:r>
              <a:rPr lang="en-IE" dirty="0"/>
              <a:t>Customer Journey Funnel </a:t>
            </a:r>
          </a:p>
        </p:txBody>
      </p:sp>
      <p:pic>
        <p:nvPicPr>
          <p:cNvPr id="35" name="Grafik 34">
            <a:extLst>
              <a:ext uri="{FF2B5EF4-FFF2-40B4-BE49-F238E27FC236}">
                <a16:creationId xmlns:a16="http://schemas.microsoft.com/office/drawing/2014/main" id="{83C86AAD-1768-47FA-A9AC-4A687EA957D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 bwMode="gray">
          <a:xfrm>
            <a:off x="1137482" y="2689594"/>
            <a:ext cx="4371772" cy="1266451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04EAE896-5086-4914-93C8-582917F16A14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8"/>
          <a:stretch>
            <a:fillRect/>
          </a:stretch>
        </p:blipFill>
        <p:spPr bwMode="gray">
          <a:xfrm>
            <a:off x="2618570" y="4941724"/>
            <a:ext cx="1410862" cy="1079068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6345C3CC-F3CD-44F6-9549-E7F95154FD70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1878106" y="3810559"/>
            <a:ext cx="2891317" cy="1269228"/>
          </a:xfrm>
          <a:prstGeom prst="rect">
            <a:avLst/>
          </a:prstGeom>
        </p:spPr>
      </p:pic>
      <p:sp>
        <p:nvSpPr>
          <p:cNvPr id="46" name="Textplatzhalter 2">
            <a:extLst>
              <a:ext uri="{FF2B5EF4-FFF2-40B4-BE49-F238E27FC236}">
                <a16:creationId xmlns:a16="http://schemas.microsoft.com/office/drawing/2014/main" id="{134AE598-D532-4A33-BF6B-B1AB1C69CB15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5780783" y="1661887"/>
            <a:ext cx="6057754" cy="936000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Lidl Font Pro Semibold" panose="02000000000000000000" pitchFamily="2" charset="0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989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lang="en-IE" b="1" dirty="0">
                <a:latin typeface="+mj-lt"/>
              </a:rPr>
              <a:t>Awareness - Campaign Launch</a:t>
            </a:r>
            <a:br>
              <a:rPr lang="en-IE" b="1" dirty="0">
                <a:latin typeface="+mj-lt"/>
              </a:rPr>
            </a:br>
            <a:r>
              <a:rPr lang="en-US" dirty="0"/>
              <a:t>The goal is to activate in-store promotions and build awareness of LIDL's unique offerings</a:t>
            </a:r>
            <a:endParaRPr lang="en-IE" b="1" dirty="0">
              <a:latin typeface="+mj-lt"/>
            </a:endParaRPr>
          </a:p>
        </p:txBody>
      </p:sp>
      <p:sp>
        <p:nvSpPr>
          <p:cNvPr id="47" name="Textplatzhalter 2">
            <a:extLst>
              <a:ext uri="{FF2B5EF4-FFF2-40B4-BE49-F238E27FC236}">
                <a16:creationId xmlns:a16="http://schemas.microsoft.com/office/drawing/2014/main" id="{B015C50A-BB0F-4C94-B28E-F293A6343730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gray">
          <a:xfrm>
            <a:off x="5429825" y="2759484"/>
            <a:ext cx="6408712" cy="936000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Lidl Font Pro Semibold" panose="02000000000000000000" pitchFamily="2" charset="0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989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lang="en-IE" b="1" dirty="0">
                <a:latin typeface="+mj-lt"/>
              </a:rPr>
              <a:t>Customer Engagement &amp; Interaction</a:t>
            </a:r>
          </a:p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Introduce a range of health and wellness Irish brands, integrated into the wellness experience zone to enhance the in-store experience</a:t>
            </a:r>
            <a:endParaRPr lang="en-IE" b="1" dirty="0">
              <a:latin typeface="+mj-lt"/>
            </a:endParaRPr>
          </a:p>
        </p:txBody>
      </p:sp>
      <p:sp>
        <p:nvSpPr>
          <p:cNvPr id="48" name="Textplatzhalter 2">
            <a:extLst>
              <a:ext uri="{FF2B5EF4-FFF2-40B4-BE49-F238E27FC236}">
                <a16:creationId xmlns:a16="http://schemas.microsoft.com/office/drawing/2014/main" id="{9EA0C350-6B5B-4300-B122-E1F0919A1D99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4511824" y="3885154"/>
            <a:ext cx="7272808" cy="936000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Lidl Font Pro Semibold" panose="02000000000000000000" pitchFamily="2" charset="0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989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lang="en-IE" b="1" dirty="0">
                <a:latin typeface="+mj-lt"/>
              </a:rPr>
              <a:t>Conversion </a:t>
            </a:r>
          </a:p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Set an estimated target conversion rate of </a:t>
            </a:r>
            <a:r>
              <a:rPr lang="en-US" b="1" dirty="0"/>
              <a:t>10% to 12% daily</a:t>
            </a:r>
            <a:r>
              <a:rPr lang="en-US" dirty="0"/>
              <a:t>, with an anticipated gradual increase each month as awareness and engagement grow</a:t>
            </a:r>
            <a:endParaRPr lang="en-IE" b="1" dirty="0">
              <a:latin typeface="+mj-lt"/>
            </a:endParaRPr>
          </a:p>
        </p:txBody>
      </p:sp>
      <p:sp>
        <p:nvSpPr>
          <p:cNvPr id="49" name="Textplatzhalter 2">
            <a:extLst>
              <a:ext uri="{FF2B5EF4-FFF2-40B4-BE49-F238E27FC236}">
                <a16:creationId xmlns:a16="http://schemas.microsoft.com/office/drawing/2014/main" id="{20F927E6-45F3-4BFF-AF29-7ED6F39516BF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4294511" y="4995894"/>
            <a:ext cx="7488857" cy="936000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Lidl Font Pro Semibold" panose="02000000000000000000" pitchFamily="2" charset="0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989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377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Lidl Font Pro" panose="02000000000000000000" pitchFamily="2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lang="en-IE" b="1" dirty="0">
                <a:latin typeface="+mj-lt"/>
              </a:rPr>
              <a:t>Building Long-term Relationships </a:t>
            </a:r>
          </a:p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Foster customer loyalty through ongoing engagement and innovative offerings, encouraging valuable feedback and shaping future expectations</a:t>
            </a:r>
          </a:p>
          <a:p>
            <a:pPr algn="r">
              <a:lnSpc>
                <a:spcPct val="110000"/>
              </a:lnSpc>
              <a:spcAft>
                <a:spcPts val="600"/>
              </a:spcAft>
            </a:pPr>
            <a:endParaRPr lang="en-IE" b="1" dirty="0">
              <a:latin typeface="+mj-lt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9B59997-2546-4F89-B87F-17411AEEA67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8CFDFCC3-8B40-4EE5-B231-005F2F1C6A68}" type="slidenum">
              <a:rPr lang="en-IE" smtClean="0"/>
              <a:pPr algn="r"/>
              <a:t>16</a:t>
            </a:fld>
            <a:endParaRPr lang="en-IE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8ADEDEDB-B70D-6B64-9576-90B4979EF3D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07368" y="1549116"/>
            <a:ext cx="5830887" cy="1263650"/>
            <a:chOff x="257" y="981"/>
            <a:chExt cx="3673" cy="796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9A70DCCE-DB1A-54AB-C999-FB2879B2FD5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57" y="981"/>
              <a:ext cx="3673" cy="7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185DCAD1-BB34-0E63-6B3C-3888F30CAE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" y="980"/>
              <a:ext cx="3677" cy="800"/>
            </a:xfrm>
            <a:custGeom>
              <a:avLst/>
              <a:gdLst>
                <a:gd name="T0" fmla="*/ 0 w 12318"/>
                <a:gd name="T1" fmla="*/ 0 h 2612"/>
                <a:gd name="T2" fmla="*/ 0 w 12318"/>
                <a:gd name="T3" fmla="*/ 0 h 2612"/>
                <a:gd name="T4" fmla="*/ 1507 w 12318"/>
                <a:gd name="T5" fmla="*/ 2253 h 2612"/>
                <a:gd name="T6" fmla="*/ 5773 w 12318"/>
                <a:gd name="T7" fmla="*/ 2253 h 2612"/>
                <a:gd name="T8" fmla="*/ 6159 w 12318"/>
                <a:gd name="T9" fmla="*/ 2612 h 2612"/>
                <a:gd name="T10" fmla="*/ 6545 w 12318"/>
                <a:gd name="T11" fmla="*/ 2253 h 2612"/>
                <a:gd name="T12" fmla="*/ 10810 w 12318"/>
                <a:gd name="T13" fmla="*/ 2253 h 2612"/>
                <a:gd name="T14" fmla="*/ 12318 w 12318"/>
                <a:gd name="T15" fmla="*/ 0 h 2612"/>
                <a:gd name="T16" fmla="*/ 0 w 12318"/>
                <a:gd name="T17" fmla="*/ 0 h 26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318" h="2612">
                  <a:moveTo>
                    <a:pt x="0" y="0"/>
                  </a:moveTo>
                  <a:lnTo>
                    <a:pt x="0" y="0"/>
                  </a:lnTo>
                  <a:lnTo>
                    <a:pt x="1507" y="2253"/>
                  </a:lnTo>
                  <a:lnTo>
                    <a:pt x="5773" y="2253"/>
                  </a:lnTo>
                  <a:lnTo>
                    <a:pt x="6159" y="2612"/>
                  </a:lnTo>
                  <a:lnTo>
                    <a:pt x="6545" y="2253"/>
                  </a:lnTo>
                  <a:lnTo>
                    <a:pt x="10810" y="2253"/>
                  </a:lnTo>
                  <a:lnTo>
                    <a:pt x="1231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A6D4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68D8FC4B-BB74-D853-1D79-F2E1D5C37CE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78" y="1166"/>
              <a:ext cx="231" cy="318"/>
            </a:xfrm>
            <a:custGeom>
              <a:avLst/>
              <a:gdLst>
                <a:gd name="T0" fmla="*/ 773 w 773"/>
                <a:gd name="T1" fmla="*/ 391 h 1039"/>
                <a:gd name="T2" fmla="*/ 773 w 773"/>
                <a:gd name="T3" fmla="*/ 391 h 1039"/>
                <a:gd name="T4" fmla="*/ 387 w 773"/>
                <a:gd name="T5" fmla="*/ 0 h 1039"/>
                <a:gd name="T6" fmla="*/ 2 w 773"/>
                <a:gd name="T7" fmla="*/ 390 h 1039"/>
                <a:gd name="T8" fmla="*/ 64 w 773"/>
                <a:gd name="T9" fmla="*/ 619 h 1039"/>
                <a:gd name="T10" fmla="*/ 120 w 773"/>
                <a:gd name="T11" fmla="*/ 719 h 1039"/>
                <a:gd name="T12" fmla="*/ 227 w 773"/>
                <a:gd name="T13" fmla="*/ 978 h 1039"/>
                <a:gd name="T14" fmla="*/ 232 w 773"/>
                <a:gd name="T15" fmla="*/ 996 h 1039"/>
                <a:gd name="T16" fmla="*/ 286 w 773"/>
                <a:gd name="T17" fmla="*/ 1039 h 1039"/>
                <a:gd name="T18" fmla="*/ 488 w 773"/>
                <a:gd name="T19" fmla="*/ 1039 h 1039"/>
                <a:gd name="T20" fmla="*/ 543 w 773"/>
                <a:gd name="T21" fmla="*/ 993 h 1039"/>
                <a:gd name="T22" fmla="*/ 548 w 773"/>
                <a:gd name="T23" fmla="*/ 972 h 1039"/>
                <a:gd name="T24" fmla="*/ 650 w 773"/>
                <a:gd name="T25" fmla="*/ 723 h 1039"/>
                <a:gd name="T26" fmla="*/ 711 w 773"/>
                <a:gd name="T27" fmla="*/ 619 h 1039"/>
                <a:gd name="T28" fmla="*/ 773 w 773"/>
                <a:gd name="T29" fmla="*/ 391 h 1039"/>
                <a:gd name="T30" fmla="*/ 635 w 773"/>
                <a:gd name="T31" fmla="*/ 581 h 1039"/>
                <a:gd name="T32" fmla="*/ 635 w 773"/>
                <a:gd name="T33" fmla="*/ 581 h 1039"/>
                <a:gd name="T34" fmla="*/ 579 w 773"/>
                <a:gd name="T35" fmla="*/ 678 h 1039"/>
                <a:gd name="T36" fmla="*/ 465 w 773"/>
                <a:gd name="T37" fmla="*/ 954 h 1039"/>
                <a:gd name="T38" fmla="*/ 308 w 773"/>
                <a:gd name="T39" fmla="*/ 954 h 1039"/>
                <a:gd name="T40" fmla="*/ 192 w 773"/>
                <a:gd name="T41" fmla="*/ 676 h 1039"/>
                <a:gd name="T42" fmla="*/ 140 w 773"/>
                <a:gd name="T43" fmla="*/ 581 h 1039"/>
                <a:gd name="T44" fmla="*/ 86 w 773"/>
                <a:gd name="T45" fmla="*/ 391 h 1039"/>
                <a:gd name="T46" fmla="*/ 387 w 773"/>
                <a:gd name="T47" fmla="*/ 84 h 1039"/>
                <a:gd name="T48" fmla="*/ 689 w 773"/>
                <a:gd name="T49" fmla="*/ 391 h 1039"/>
                <a:gd name="T50" fmla="*/ 689 w 773"/>
                <a:gd name="T51" fmla="*/ 392 h 1039"/>
                <a:gd name="T52" fmla="*/ 635 w 773"/>
                <a:gd name="T53" fmla="*/ 581 h 10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73" h="1039">
                  <a:moveTo>
                    <a:pt x="773" y="391"/>
                  </a:moveTo>
                  <a:lnTo>
                    <a:pt x="773" y="391"/>
                  </a:lnTo>
                  <a:cubicBezTo>
                    <a:pt x="773" y="175"/>
                    <a:pt x="600" y="0"/>
                    <a:pt x="387" y="0"/>
                  </a:cubicBezTo>
                  <a:cubicBezTo>
                    <a:pt x="175" y="0"/>
                    <a:pt x="2" y="176"/>
                    <a:pt x="2" y="390"/>
                  </a:cubicBezTo>
                  <a:cubicBezTo>
                    <a:pt x="2" y="394"/>
                    <a:pt x="0" y="488"/>
                    <a:pt x="64" y="619"/>
                  </a:cubicBezTo>
                  <a:cubicBezTo>
                    <a:pt x="84" y="659"/>
                    <a:pt x="102" y="689"/>
                    <a:pt x="120" y="719"/>
                  </a:cubicBezTo>
                  <a:cubicBezTo>
                    <a:pt x="158" y="783"/>
                    <a:pt x="191" y="839"/>
                    <a:pt x="227" y="978"/>
                  </a:cubicBezTo>
                  <a:cubicBezTo>
                    <a:pt x="228" y="981"/>
                    <a:pt x="230" y="988"/>
                    <a:pt x="232" y="996"/>
                  </a:cubicBezTo>
                  <a:cubicBezTo>
                    <a:pt x="238" y="1021"/>
                    <a:pt x="260" y="1039"/>
                    <a:pt x="286" y="1039"/>
                  </a:cubicBezTo>
                  <a:lnTo>
                    <a:pt x="488" y="1039"/>
                  </a:lnTo>
                  <a:cubicBezTo>
                    <a:pt x="515" y="1039"/>
                    <a:pt x="538" y="1020"/>
                    <a:pt x="543" y="993"/>
                  </a:cubicBezTo>
                  <a:cubicBezTo>
                    <a:pt x="545" y="984"/>
                    <a:pt x="547" y="975"/>
                    <a:pt x="548" y="972"/>
                  </a:cubicBezTo>
                  <a:cubicBezTo>
                    <a:pt x="576" y="840"/>
                    <a:pt x="611" y="785"/>
                    <a:pt x="650" y="723"/>
                  </a:cubicBezTo>
                  <a:cubicBezTo>
                    <a:pt x="670" y="692"/>
                    <a:pt x="690" y="661"/>
                    <a:pt x="711" y="619"/>
                  </a:cubicBezTo>
                  <a:cubicBezTo>
                    <a:pt x="773" y="493"/>
                    <a:pt x="773" y="401"/>
                    <a:pt x="773" y="391"/>
                  </a:cubicBezTo>
                  <a:close/>
                  <a:moveTo>
                    <a:pt x="635" y="581"/>
                  </a:moveTo>
                  <a:lnTo>
                    <a:pt x="635" y="581"/>
                  </a:lnTo>
                  <a:cubicBezTo>
                    <a:pt x="616" y="619"/>
                    <a:pt x="598" y="649"/>
                    <a:pt x="579" y="678"/>
                  </a:cubicBezTo>
                  <a:cubicBezTo>
                    <a:pt x="537" y="744"/>
                    <a:pt x="497" y="808"/>
                    <a:pt x="465" y="954"/>
                  </a:cubicBezTo>
                  <a:lnTo>
                    <a:pt x="308" y="954"/>
                  </a:lnTo>
                  <a:cubicBezTo>
                    <a:pt x="269" y="806"/>
                    <a:pt x="232" y="742"/>
                    <a:pt x="192" y="676"/>
                  </a:cubicBezTo>
                  <a:cubicBezTo>
                    <a:pt x="175" y="648"/>
                    <a:pt x="158" y="618"/>
                    <a:pt x="140" y="581"/>
                  </a:cubicBezTo>
                  <a:cubicBezTo>
                    <a:pt x="85" y="471"/>
                    <a:pt x="86" y="393"/>
                    <a:pt x="86" y="391"/>
                  </a:cubicBezTo>
                  <a:cubicBezTo>
                    <a:pt x="86" y="222"/>
                    <a:pt x="221" y="84"/>
                    <a:pt x="387" y="84"/>
                  </a:cubicBezTo>
                  <a:cubicBezTo>
                    <a:pt x="554" y="84"/>
                    <a:pt x="689" y="222"/>
                    <a:pt x="689" y="391"/>
                  </a:cubicBezTo>
                  <a:lnTo>
                    <a:pt x="689" y="392"/>
                  </a:lnTo>
                  <a:cubicBezTo>
                    <a:pt x="689" y="393"/>
                    <a:pt x="690" y="471"/>
                    <a:pt x="635" y="58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8B7B3F19-287E-7686-18CA-149086E085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6" y="1501"/>
              <a:ext cx="75" cy="26"/>
            </a:xfrm>
            <a:custGeom>
              <a:avLst/>
              <a:gdLst>
                <a:gd name="T0" fmla="*/ 239 w 253"/>
                <a:gd name="T1" fmla="*/ 0 h 83"/>
                <a:gd name="T2" fmla="*/ 239 w 253"/>
                <a:gd name="T3" fmla="*/ 0 h 83"/>
                <a:gd name="T4" fmla="*/ 14 w 253"/>
                <a:gd name="T5" fmla="*/ 0 h 83"/>
                <a:gd name="T6" fmla="*/ 0 w 253"/>
                <a:gd name="T7" fmla="*/ 14 h 83"/>
                <a:gd name="T8" fmla="*/ 69 w 253"/>
                <a:gd name="T9" fmla="*/ 83 h 83"/>
                <a:gd name="T10" fmla="*/ 239 w 253"/>
                <a:gd name="T11" fmla="*/ 83 h 83"/>
                <a:gd name="T12" fmla="*/ 253 w 253"/>
                <a:gd name="T13" fmla="*/ 69 h 83"/>
                <a:gd name="T14" fmla="*/ 253 w 253"/>
                <a:gd name="T15" fmla="*/ 14 h 83"/>
                <a:gd name="T16" fmla="*/ 239 w 253"/>
                <a:gd name="T17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3" h="83">
                  <a:moveTo>
                    <a:pt x="239" y="0"/>
                  </a:moveTo>
                  <a:lnTo>
                    <a:pt x="239" y="0"/>
                  </a:lnTo>
                  <a:lnTo>
                    <a:pt x="14" y="0"/>
                  </a:lnTo>
                  <a:cubicBezTo>
                    <a:pt x="6" y="0"/>
                    <a:pt x="0" y="7"/>
                    <a:pt x="0" y="14"/>
                  </a:cubicBezTo>
                  <a:cubicBezTo>
                    <a:pt x="0" y="52"/>
                    <a:pt x="31" y="83"/>
                    <a:pt x="69" y="83"/>
                  </a:cubicBezTo>
                  <a:lnTo>
                    <a:pt x="239" y="83"/>
                  </a:lnTo>
                  <a:cubicBezTo>
                    <a:pt x="246" y="83"/>
                    <a:pt x="253" y="77"/>
                    <a:pt x="253" y="69"/>
                  </a:cubicBezTo>
                  <a:lnTo>
                    <a:pt x="253" y="14"/>
                  </a:lnTo>
                  <a:cubicBezTo>
                    <a:pt x="253" y="7"/>
                    <a:pt x="246" y="0"/>
                    <a:pt x="239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FAA7EF03-F970-9EFF-92B7-34397B4E1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8" y="1544"/>
              <a:ext cx="51" cy="26"/>
            </a:xfrm>
            <a:custGeom>
              <a:avLst/>
              <a:gdLst>
                <a:gd name="T0" fmla="*/ 155 w 169"/>
                <a:gd name="T1" fmla="*/ 0 h 84"/>
                <a:gd name="T2" fmla="*/ 155 w 169"/>
                <a:gd name="T3" fmla="*/ 0 h 84"/>
                <a:gd name="T4" fmla="*/ 14 w 169"/>
                <a:gd name="T5" fmla="*/ 0 h 84"/>
                <a:gd name="T6" fmla="*/ 0 w 169"/>
                <a:gd name="T7" fmla="*/ 14 h 84"/>
                <a:gd name="T8" fmla="*/ 0 w 169"/>
                <a:gd name="T9" fmla="*/ 15 h 84"/>
                <a:gd name="T10" fmla="*/ 69 w 169"/>
                <a:gd name="T11" fmla="*/ 84 h 84"/>
                <a:gd name="T12" fmla="*/ 155 w 169"/>
                <a:gd name="T13" fmla="*/ 84 h 84"/>
                <a:gd name="T14" fmla="*/ 169 w 169"/>
                <a:gd name="T15" fmla="*/ 70 h 84"/>
                <a:gd name="T16" fmla="*/ 169 w 169"/>
                <a:gd name="T17" fmla="*/ 14 h 84"/>
                <a:gd name="T18" fmla="*/ 155 w 169"/>
                <a:gd name="T19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9" h="84">
                  <a:moveTo>
                    <a:pt x="155" y="0"/>
                  </a:moveTo>
                  <a:lnTo>
                    <a:pt x="155" y="0"/>
                  </a:lnTo>
                  <a:lnTo>
                    <a:pt x="14" y="0"/>
                  </a:lnTo>
                  <a:cubicBezTo>
                    <a:pt x="7" y="0"/>
                    <a:pt x="0" y="6"/>
                    <a:pt x="0" y="14"/>
                  </a:cubicBezTo>
                  <a:lnTo>
                    <a:pt x="0" y="15"/>
                  </a:lnTo>
                  <a:cubicBezTo>
                    <a:pt x="0" y="53"/>
                    <a:pt x="31" y="84"/>
                    <a:pt x="69" y="84"/>
                  </a:cubicBezTo>
                  <a:lnTo>
                    <a:pt x="155" y="84"/>
                  </a:lnTo>
                  <a:cubicBezTo>
                    <a:pt x="162" y="84"/>
                    <a:pt x="169" y="78"/>
                    <a:pt x="169" y="70"/>
                  </a:cubicBezTo>
                  <a:lnTo>
                    <a:pt x="169" y="14"/>
                  </a:lnTo>
                  <a:cubicBezTo>
                    <a:pt x="169" y="6"/>
                    <a:pt x="162" y="0"/>
                    <a:pt x="155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8D68A9D2-25B6-53E4-A0C3-1D7C9C85F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1" y="1093"/>
              <a:ext cx="25" cy="52"/>
            </a:xfrm>
            <a:custGeom>
              <a:avLst/>
              <a:gdLst>
                <a:gd name="T0" fmla="*/ 14 w 84"/>
                <a:gd name="T1" fmla="*/ 168 h 168"/>
                <a:gd name="T2" fmla="*/ 14 w 84"/>
                <a:gd name="T3" fmla="*/ 168 h 168"/>
                <a:gd name="T4" fmla="*/ 70 w 84"/>
                <a:gd name="T5" fmla="*/ 168 h 168"/>
                <a:gd name="T6" fmla="*/ 84 w 84"/>
                <a:gd name="T7" fmla="*/ 154 h 168"/>
                <a:gd name="T8" fmla="*/ 84 w 84"/>
                <a:gd name="T9" fmla="*/ 70 h 168"/>
                <a:gd name="T10" fmla="*/ 14 w 84"/>
                <a:gd name="T11" fmla="*/ 0 h 168"/>
                <a:gd name="T12" fmla="*/ 14 w 84"/>
                <a:gd name="T13" fmla="*/ 0 h 168"/>
                <a:gd name="T14" fmla="*/ 0 w 84"/>
                <a:gd name="T15" fmla="*/ 14 h 168"/>
                <a:gd name="T16" fmla="*/ 0 w 84"/>
                <a:gd name="T17" fmla="*/ 154 h 168"/>
                <a:gd name="T18" fmla="*/ 14 w 84"/>
                <a:gd name="T19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" h="168">
                  <a:moveTo>
                    <a:pt x="14" y="168"/>
                  </a:moveTo>
                  <a:lnTo>
                    <a:pt x="14" y="168"/>
                  </a:lnTo>
                  <a:lnTo>
                    <a:pt x="70" y="168"/>
                  </a:lnTo>
                  <a:cubicBezTo>
                    <a:pt x="78" y="168"/>
                    <a:pt x="84" y="162"/>
                    <a:pt x="84" y="154"/>
                  </a:cubicBezTo>
                  <a:lnTo>
                    <a:pt x="84" y="70"/>
                  </a:lnTo>
                  <a:cubicBezTo>
                    <a:pt x="84" y="31"/>
                    <a:pt x="53" y="0"/>
                    <a:pt x="14" y="0"/>
                  </a:cubicBezTo>
                  <a:lnTo>
                    <a:pt x="14" y="0"/>
                  </a:lnTo>
                  <a:cubicBezTo>
                    <a:pt x="7" y="0"/>
                    <a:pt x="0" y="6"/>
                    <a:pt x="0" y="14"/>
                  </a:cubicBezTo>
                  <a:lnTo>
                    <a:pt x="0" y="154"/>
                  </a:lnTo>
                  <a:cubicBezTo>
                    <a:pt x="0" y="162"/>
                    <a:pt x="7" y="168"/>
                    <a:pt x="14" y="168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68C1ED04-7B52-1343-EF26-FF6BAF3582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" y="1269"/>
              <a:ext cx="50" cy="26"/>
            </a:xfrm>
            <a:custGeom>
              <a:avLst/>
              <a:gdLst>
                <a:gd name="T0" fmla="*/ 168 w 168"/>
                <a:gd name="T1" fmla="*/ 70 h 84"/>
                <a:gd name="T2" fmla="*/ 168 w 168"/>
                <a:gd name="T3" fmla="*/ 70 h 84"/>
                <a:gd name="T4" fmla="*/ 168 w 168"/>
                <a:gd name="T5" fmla="*/ 14 h 84"/>
                <a:gd name="T6" fmla="*/ 154 w 168"/>
                <a:gd name="T7" fmla="*/ 0 h 84"/>
                <a:gd name="T8" fmla="*/ 70 w 168"/>
                <a:gd name="T9" fmla="*/ 0 h 84"/>
                <a:gd name="T10" fmla="*/ 0 w 168"/>
                <a:gd name="T11" fmla="*/ 70 h 84"/>
                <a:gd name="T12" fmla="*/ 0 w 168"/>
                <a:gd name="T13" fmla="*/ 70 h 84"/>
                <a:gd name="T14" fmla="*/ 14 w 168"/>
                <a:gd name="T15" fmla="*/ 84 h 84"/>
                <a:gd name="T16" fmla="*/ 154 w 168"/>
                <a:gd name="T17" fmla="*/ 84 h 84"/>
                <a:gd name="T18" fmla="*/ 168 w 168"/>
                <a:gd name="T19" fmla="*/ 7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8" h="84">
                  <a:moveTo>
                    <a:pt x="168" y="70"/>
                  </a:moveTo>
                  <a:lnTo>
                    <a:pt x="168" y="70"/>
                  </a:lnTo>
                  <a:lnTo>
                    <a:pt x="168" y="14"/>
                  </a:lnTo>
                  <a:cubicBezTo>
                    <a:pt x="168" y="6"/>
                    <a:pt x="162" y="0"/>
                    <a:pt x="154" y="0"/>
                  </a:cubicBezTo>
                  <a:lnTo>
                    <a:pt x="70" y="0"/>
                  </a:lnTo>
                  <a:cubicBezTo>
                    <a:pt x="32" y="0"/>
                    <a:pt x="0" y="31"/>
                    <a:pt x="0" y="70"/>
                  </a:cubicBezTo>
                  <a:lnTo>
                    <a:pt x="0" y="70"/>
                  </a:lnTo>
                  <a:cubicBezTo>
                    <a:pt x="0" y="78"/>
                    <a:pt x="6" y="84"/>
                    <a:pt x="14" y="84"/>
                  </a:cubicBezTo>
                  <a:lnTo>
                    <a:pt x="154" y="84"/>
                  </a:lnTo>
                  <a:cubicBezTo>
                    <a:pt x="162" y="84"/>
                    <a:pt x="168" y="78"/>
                    <a:pt x="168" y="7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85D9DD17-5999-28B7-4201-B716233970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7" y="1269"/>
              <a:ext cx="51" cy="26"/>
            </a:xfrm>
            <a:custGeom>
              <a:avLst/>
              <a:gdLst>
                <a:gd name="T0" fmla="*/ 155 w 169"/>
                <a:gd name="T1" fmla="*/ 0 h 84"/>
                <a:gd name="T2" fmla="*/ 155 w 169"/>
                <a:gd name="T3" fmla="*/ 0 h 84"/>
                <a:gd name="T4" fmla="*/ 14 w 169"/>
                <a:gd name="T5" fmla="*/ 0 h 84"/>
                <a:gd name="T6" fmla="*/ 0 w 169"/>
                <a:gd name="T7" fmla="*/ 14 h 84"/>
                <a:gd name="T8" fmla="*/ 0 w 169"/>
                <a:gd name="T9" fmla="*/ 70 h 84"/>
                <a:gd name="T10" fmla="*/ 14 w 169"/>
                <a:gd name="T11" fmla="*/ 84 h 84"/>
                <a:gd name="T12" fmla="*/ 99 w 169"/>
                <a:gd name="T13" fmla="*/ 84 h 84"/>
                <a:gd name="T14" fmla="*/ 169 w 169"/>
                <a:gd name="T15" fmla="*/ 14 h 84"/>
                <a:gd name="T16" fmla="*/ 169 w 169"/>
                <a:gd name="T17" fmla="*/ 14 h 84"/>
                <a:gd name="T18" fmla="*/ 155 w 169"/>
                <a:gd name="T19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9" h="84">
                  <a:moveTo>
                    <a:pt x="155" y="0"/>
                  </a:moveTo>
                  <a:lnTo>
                    <a:pt x="155" y="0"/>
                  </a:lnTo>
                  <a:lnTo>
                    <a:pt x="14" y="0"/>
                  </a:lnTo>
                  <a:cubicBezTo>
                    <a:pt x="7" y="0"/>
                    <a:pt x="0" y="6"/>
                    <a:pt x="0" y="14"/>
                  </a:cubicBezTo>
                  <a:lnTo>
                    <a:pt x="0" y="70"/>
                  </a:lnTo>
                  <a:cubicBezTo>
                    <a:pt x="0" y="78"/>
                    <a:pt x="7" y="84"/>
                    <a:pt x="14" y="84"/>
                  </a:cubicBezTo>
                  <a:lnTo>
                    <a:pt x="99" y="84"/>
                  </a:lnTo>
                  <a:cubicBezTo>
                    <a:pt x="137" y="84"/>
                    <a:pt x="169" y="53"/>
                    <a:pt x="169" y="14"/>
                  </a:cubicBezTo>
                  <a:lnTo>
                    <a:pt x="169" y="14"/>
                  </a:lnTo>
                  <a:cubicBezTo>
                    <a:pt x="169" y="6"/>
                    <a:pt x="162" y="0"/>
                    <a:pt x="155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A271AC46-BEBC-47B1-A493-864534120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2" y="1148"/>
              <a:ext cx="52" cy="48"/>
            </a:xfrm>
            <a:custGeom>
              <a:avLst/>
              <a:gdLst>
                <a:gd name="T0" fmla="*/ 108 w 173"/>
                <a:gd name="T1" fmla="*/ 150 h 156"/>
                <a:gd name="T2" fmla="*/ 108 w 173"/>
                <a:gd name="T3" fmla="*/ 150 h 156"/>
                <a:gd name="T4" fmla="*/ 128 w 173"/>
                <a:gd name="T5" fmla="*/ 150 h 156"/>
                <a:gd name="T6" fmla="*/ 168 w 173"/>
                <a:gd name="T7" fmla="*/ 110 h 156"/>
                <a:gd name="T8" fmla="*/ 168 w 173"/>
                <a:gd name="T9" fmla="*/ 91 h 156"/>
                <a:gd name="T10" fmla="*/ 105 w 173"/>
                <a:gd name="T11" fmla="*/ 28 h 156"/>
                <a:gd name="T12" fmla="*/ 6 w 173"/>
                <a:gd name="T13" fmla="*/ 28 h 156"/>
                <a:gd name="T14" fmla="*/ 6 w 173"/>
                <a:gd name="T15" fmla="*/ 48 h 156"/>
                <a:gd name="T16" fmla="*/ 108 w 173"/>
                <a:gd name="T17" fmla="*/ 15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3" h="156">
                  <a:moveTo>
                    <a:pt x="108" y="150"/>
                  </a:moveTo>
                  <a:lnTo>
                    <a:pt x="108" y="150"/>
                  </a:lnTo>
                  <a:cubicBezTo>
                    <a:pt x="114" y="156"/>
                    <a:pt x="122" y="156"/>
                    <a:pt x="128" y="150"/>
                  </a:cubicBezTo>
                  <a:lnTo>
                    <a:pt x="168" y="110"/>
                  </a:lnTo>
                  <a:cubicBezTo>
                    <a:pt x="173" y="105"/>
                    <a:pt x="173" y="96"/>
                    <a:pt x="168" y="91"/>
                  </a:cubicBezTo>
                  <a:lnTo>
                    <a:pt x="105" y="28"/>
                  </a:lnTo>
                  <a:cubicBezTo>
                    <a:pt x="77" y="0"/>
                    <a:pt x="33" y="0"/>
                    <a:pt x="6" y="28"/>
                  </a:cubicBezTo>
                  <a:cubicBezTo>
                    <a:pt x="0" y="33"/>
                    <a:pt x="0" y="42"/>
                    <a:pt x="6" y="48"/>
                  </a:cubicBezTo>
                  <a:lnTo>
                    <a:pt x="108" y="15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EDDD3FE3-A57F-7B7F-CD5D-1C09DD5191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1143"/>
              <a:ext cx="46" cy="53"/>
            </a:xfrm>
            <a:custGeom>
              <a:avLst/>
              <a:gdLst>
                <a:gd name="T0" fmla="*/ 45 w 155"/>
                <a:gd name="T1" fmla="*/ 167 h 173"/>
                <a:gd name="T2" fmla="*/ 45 w 155"/>
                <a:gd name="T3" fmla="*/ 167 h 173"/>
                <a:gd name="T4" fmla="*/ 65 w 155"/>
                <a:gd name="T5" fmla="*/ 167 h 173"/>
                <a:gd name="T6" fmla="*/ 128 w 155"/>
                <a:gd name="T7" fmla="*/ 104 h 173"/>
                <a:gd name="T8" fmla="*/ 128 w 155"/>
                <a:gd name="T9" fmla="*/ 5 h 173"/>
                <a:gd name="T10" fmla="*/ 128 w 155"/>
                <a:gd name="T11" fmla="*/ 5 h 173"/>
                <a:gd name="T12" fmla="*/ 108 w 155"/>
                <a:gd name="T13" fmla="*/ 5 h 173"/>
                <a:gd name="T14" fmla="*/ 5 w 155"/>
                <a:gd name="T15" fmla="*/ 108 h 173"/>
                <a:gd name="T16" fmla="*/ 5 w 155"/>
                <a:gd name="T17" fmla="*/ 127 h 173"/>
                <a:gd name="T18" fmla="*/ 45 w 155"/>
                <a:gd name="T19" fmla="*/ 167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5" h="173">
                  <a:moveTo>
                    <a:pt x="45" y="167"/>
                  </a:moveTo>
                  <a:lnTo>
                    <a:pt x="45" y="167"/>
                  </a:lnTo>
                  <a:cubicBezTo>
                    <a:pt x="51" y="173"/>
                    <a:pt x="59" y="173"/>
                    <a:pt x="65" y="167"/>
                  </a:cubicBezTo>
                  <a:lnTo>
                    <a:pt x="128" y="104"/>
                  </a:lnTo>
                  <a:cubicBezTo>
                    <a:pt x="155" y="77"/>
                    <a:pt x="155" y="33"/>
                    <a:pt x="128" y="5"/>
                  </a:cubicBezTo>
                  <a:lnTo>
                    <a:pt x="128" y="5"/>
                  </a:lnTo>
                  <a:cubicBezTo>
                    <a:pt x="122" y="0"/>
                    <a:pt x="113" y="0"/>
                    <a:pt x="108" y="5"/>
                  </a:cubicBezTo>
                  <a:lnTo>
                    <a:pt x="5" y="108"/>
                  </a:lnTo>
                  <a:cubicBezTo>
                    <a:pt x="0" y="113"/>
                    <a:pt x="0" y="122"/>
                    <a:pt x="5" y="127"/>
                  </a:cubicBezTo>
                  <a:lnTo>
                    <a:pt x="45" y="167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440E39E8-C66D-0A49-A1CE-95C5226554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7" y="1369"/>
              <a:ext cx="45" cy="52"/>
            </a:xfrm>
            <a:custGeom>
              <a:avLst/>
              <a:gdLst>
                <a:gd name="T0" fmla="*/ 107 w 152"/>
                <a:gd name="T1" fmla="*/ 6 h 170"/>
                <a:gd name="T2" fmla="*/ 107 w 152"/>
                <a:gd name="T3" fmla="*/ 6 h 170"/>
                <a:gd name="T4" fmla="*/ 87 w 152"/>
                <a:gd name="T5" fmla="*/ 6 h 170"/>
                <a:gd name="T6" fmla="*/ 27 w 152"/>
                <a:gd name="T7" fmla="*/ 65 h 170"/>
                <a:gd name="T8" fmla="*/ 27 w 152"/>
                <a:gd name="T9" fmla="*/ 164 h 170"/>
                <a:gd name="T10" fmla="*/ 47 w 152"/>
                <a:gd name="T11" fmla="*/ 164 h 170"/>
                <a:gd name="T12" fmla="*/ 147 w 152"/>
                <a:gd name="T13" fmla="*/ 65 h 170"/>
                <a:gd name="T14" fmla="*/ 147 w 152"/>
                <a:gd name="T15" fmla="*/ 45 h 170"/>
                <a:gd name="T16" fmla="*/ 107 w 152"/>
                <a:gd name="T17" fmla="*/ 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" h="170">
                  <a:moveTo>
                    <a:pt x="107" y="6"/>
                  </a:moveTo>
                  <a:lnTo>
                    <a:pt x="107" y="6"/>
                  </a:lnTo>
                  <a:cubicBezTo>
                    <a:pt x="101" y="0"/>
                    <a:pt x="92" y="0"/>
                    <a:pt x="87" y="6"/>
                  </a:cubicBezTo>
                  <a:lnTo>
                    <a:pt x="27" y="65"/>
                  </a:lnTo>
                  <a:cubicBezTo>
                    <a:pt x="0" y="93"/>
                    <a:pt x="0" y="137"/>
                    <a:pt x="27" y="164"/>
                  </a:cubicBezTo>
                  <a:cubicBezTo>
                    <a:pt x="33" y="170"/>
                    <a:pt x="42" y="170"/>
                    <a:pt x="47" y="164"/>
                  </a:cubicBezTo>
                  <a:lnTo>
                    <a:pt x="147" y="65"/>
                  </a:lnTo>
                  <a:cubicBezTo>
                    <a:pt x="152" y="60"/>
                    <a:pt x="152" y="51"/>
                    <a:pt x="147" y="45"/>
                  </a:cubicBezTo>
                  <a:lnTo>
                    <a:pt x="107" y="6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8C11DE3E-4860-81EA-0F5C-697188B8C3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5" y="1369"/>
              <a:ext cx="51" cy="46"/>
            </a:xfrm>
            <a:custGeom>
              <a:avLst/>
              <a:gdLst>
                <a:gd name="T0" fmla="*/ 65 w 170"/>
                <a:gd name="T1" fmla="*/ 6 h 152"/>
                <a:gd name="T2" fmla="*/ 65 w 170"/>
                <a:gd name="T3" fmla="*/ 6 h 152"/>
                <a:gd name="T4" fmla="*/ 45 w 170"/>
                <a:gd name="T5" fmla="*/ 6 h 152"/>
                <a:gd name="T6" fmla="*/ 5 w 170"/>
                <a:gd name="T7" fmla="*/ 45 h 152"/>
                <a:gd name="T8" fmla="*/ 5 w 170"/>
                <a:gd name="T9" fmla="*/ 65 h 152"/>
                <a:gd name="T10" fmla="*/ 65 w 170"/>
                <a:gd name="T11" fmla="*/ 125 h 152"/>
                <a:gd name="T12" fmla="*/ 164 w 170"/>
                <a:gd name="T13" fmla="*/ 125 h 152"/>
                <a:gd name="T14" fmla="*/ 164 w 170"/>
                <a:gd name="T15" fmla="*/ 105 h 152"/>
                <a:gd name="T16" fmla="*/ 65 w 170"/>
                <a:gd name="T17" fmla="*/ 6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0" h="152">
                  <a:moveTo>
                    <a:pt x="65" y="6"/>
                  </a:moveTo>
                  <a:lnTo>
                    <a:pt x="65" y="6"/>
                  </a:lnTo>
                  <a:cubicBezTo>
                    <a:pt x="59" y="0"/>
                    <a:pt x="51" y="0"/>
                    <a:pt x="45" y="6"/>
                  </a:cubicBezTo>
                  <a:lnTo>
                    <a:pt x="5" y="45"/>
                  </a:lnTo>
                  <a:cubicBezTo>
                    <a:pt x="0" y="51"/>
                    <a:pt x="0" y="60"/>
                    <a:pt x="5" y="65"/>
                  </a:cubicBezTo>
                  <a:lnTo>
                    <a:pt x="65" y="125"/>
                  </a:lnTo>
                  <a:cubicBezTo>
                    <a:pt x="92" y="152"/>
                    <a:pt x="137" y="152"/>
                    <a:pt x="164" y="125"/>
                  </a:cubicBezTo>
                  <a:cubicBezTo>
                    <a:pt x="170" y="119"/>
                    <a:pt x="170" y="110"/>
                    <a:pt x="164" y="105"/>
                  </a:cubicBezTo>
                  <a:lnTo>
                    <a:pt x="65" y="6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3DEADF19-8FC0-9446-1053-409F7A901E6A}"/>
              </a:ext>
            </a:extLst>
          </p:cNvPr>
          <p:cNvSpPr/>
          <p:nvPr/>
        </p:nvSpPr>
        <p:spPr bwMode="gray">
          <a:xfrm>
            <a:off x="2135560" y="2924944"/>
            <a:ext cx="2520280" cy="768085"/>
          </a:xfrm>
          <a:prstGeom prst="rect">
            <a:avLst/>
          </a:prstGeom>
          <a:solidFill>
            <a:srgbClr val="4282C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 err="1">
              <a:solidFill>
                <a:srgbClr val="4282C4"/>
              </a:solidFill>
              <a:highlight>
                <a:srgbClr val="BBDBFF"/>
              </a:highlight>
            </a:endParaRPr>
          </a:p>
        </p:txBody>
      </p:sp>
      <p:pic>
        <p:nvPicPr>
          <p:cNvPr id="26" name="Grafik 108">
            <a:extLst>
              <a:ext uri="{FF2B5EF4-FFF2-40B4-BE49-F238E27FC236}">
                <a16:creationId xmlns:a16="http://schemas.microsoft.com/office/drawing/2014/main" id="{E118682D-90D2-4B7C-D310-1DA712E340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937676" y="2924944"/>
            <a:ext cx="710052" cy="7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0231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865AE-CBF8-EF69-6744-42680F4F0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E8694357-D5B7-5C2C-8F40-DF2CA9F27A0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06" imgH="306" progId="TCLayout.ActiveDocument.1">
                  <p:embed/>
                </p:oleObj>
              </mc:Choice>
              <mc:Fallback>
                <p:oleObj name="think-cell Slide" r:id="rId7" imgW="306" imgH="306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FC30F954-4C2A-705D-EF87-64616170EC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41898C17-9BE4-A146-D7DE-E6140EC93A33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gradFill>
            <a:gsLst>
              <a:gs pos="0">
                <a:srgbClr val="006FB9"/>
              </a:gs>
              <a:gs pos="60000">
                <a:srgbClr val="0050AA"/>
              </a:gs>
              <a:gs pos="100000">
                <a:srgbClr val="003565"/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de-DE" sz="4000" b="1" dirty="0">
              <a:solidFill>
                <a:schemeClr val="bg1"/>
              </a:solidFill>
              <a:latin typeface="Lidl Font Pro" panose="02000000000000000000" pitchFamily="2" charset="0"/>
              <a:ea typeface="+mj-ea"/>
              <a:cs typeface="+mj-cs"/>
              <a:sym typeface="Lidl Font Pro" panose="02000000000000000000" pitchFamily="2" charset="0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8544F4B7-ED82-85E9-A49B-1AC9E45DCD6D}"/>
              </a:ext>
            </a:extLst>
          </p:cNvPr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 bwMode="gray">
          <a:xfrm>
            <a:off x="3287688" y="2227266"/>
            <a:ext cx="7417370" cy="719374"/>
          </a:xfrm>
        </p:spPr>
        <p:txBody>
          <a:bodyPr vert="horz"/>
          <a:lstStyle/>
          <a:p>
            <a:r>
              <a:rPr lang="en-IE" dirty="0"/>
              <a:t>What’s in it for LIDL?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CD5C3B4C-F3C5-75EC-D5BD-FF297B433AD8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4"/>
            </p:custDataLst>
          </p:nvPr>
        </p:nvSpPr>
        <p:spPr bwMode="gray">
          <a:xfrm>
            <a:off x="407988" y="1359820"/>
            <a:ext cx="2519363" cy="1584325"/>
          </a:xfrm>
        </p:spPr>
        <p:txBody>
          <a:bodyPr/>
          <a:lstStyle/>
          <a:p>
            <a:r>
              <a:rPr lang="en-IE" dirty="0"/>
              <a:t>08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B52030-4BD5-A450-0203-934A132CCB7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287688" y="2982544"/>
            <a:ext cx="50101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LIDL's Progress Over the Last 3–5 Years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91291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85152DAA-EF8A-4038-9F8A-558A2E5D4E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85152DAA-EF8A-4038-9F8A-558A2E5D4E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>
            <a:extLst>
              <a:ext uri="{FF2B5EF4-FFF2-40B4-BE49-F238E27FC236}">
                <a16:creationId xmlns:a16="http://schemas.microsoft.com/office/drawing/2014/main" id="{7FD462CA-841B-40EA-B4AF-FBDEAA3E0EF2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gradFill>
            <a:gsLst>
              <a:gs pos="0">
                <a:srgbClr val="006FB9"/>
              </a:gs>
              <a:gs pos="60000">
                <a:srgbClr val="0050AA"/>
              </a:gs>
              <a:gs pos="100000">
                <a:srgbClr val="003565"/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de-DE" sz="3200" b="1" dirty="0">
              <a:solidFill>
                <a:schemeClr val="bg1"/>
              </a:solidFill>
              <a:latin typeface="Lidl Font Pro" panose="02000000000000000000" pitchFamily="2" charset="0"/>
              <a:ea typeface="+mj-ea"/>
              <a:cs typeface="+mj-cs"/>
              <a:sym typeface="Lidl Font Pro" panose="02000000000000000000" pitchFamily="2" charset="0"/>
            </a:endParaRP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F8B715C-6597-48D5-B2E9-AC96CC27A686}"/>
              </a:ext>
            </a:extLst>
          </p:cNvPr>
          <p:cNvSpPr>
            <a:spLocks noGrp="1"/>
          </p:cNvSpPr>
          <p:nvPr>
            <p:ph sz="half" idx="22"/>
            <p:custDataLst>
              <p:tags r:id="rId3"/>
            </p:custDataLst>
          </p:nvPr>
        </p:nvSpPr>
        <p:spPr bwMode="gray">
          <a:xfrm>
            <a:off x="9147998" y="3753072"/>
            <a:ext cx="2952702" cy="2596028"/>
          </a:xfrm>
        </p:spPr>
        <p:txBody>
          <a:bodyPr/>
          <a:lstStyle/>
          <a:p>
            <a:r>
              <a:rPr lang="en-IE" dirty="0"/>
              <a:t>Proposed Collaboration - WSB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Driving increased footfall and fostering deeper engagement with the brand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Positively impacting thousands of lives while elevating the overall customer experience</a:t>
            </a:r>
            <a:endParaRPr lang="en-IE" dirty="0"/>
          </a:p>
        </p:txBody>
      </p:sp>
      <p:sp>
        <p:nvSpPr>
          <p:cNvPr id="26" name="Inhaltsplatzhalter 25">
            <a:extLst>
              <a:ext uri="{FF2B5EF4-FFF2-40B4-BE49-F238E27FC236}">
                <a16:creationId xmlns:a16="http://schemas.microsoft.com/office/drawing/2014/main" id="{F0E82304-9F67-498E-9167-56E8C50D1F61}"/>
              </a:ext>
            </a:extLst>
          </p:cNvPr>
          <p:cNvSpPr>
            <a:spLocks noGrp="1"/>
          </p:cNvSpPr>
          <p:nvPr>
            <p:ph sz="half" idx="18"/>
            <p:custDataLst>
              <p:tags r:id="rId4"/>
            </p:custDataLst>
          </p:nvPr>
        </p:nvSpPr>
        <p:spPr bwMode="gray">
          <a:xfrm>
            <a:off x="3345836" y="3713292"/>
            <a:ext cx="2664016" cy="2485398"/>
          </a:xfrm>
        </p:spPr>
        <p:txBody>
          <a:bodyPr/>
          <a:lstStyle/>
          <a:p>
            <a:pPr lvl="1"/>
            <a:r>
              <a:rPr lang="en-IN" b="1" dirty="0" err="1"/>
              <a:t>GoCar</a:t>
            </a:r>
            <a:r>
              <a:rPr lang="en-IN" b="1" dirty="0"/>
              <a:t> - PAYG</a:t>
            </a:r>
            <a:endParaRPr lang="en-IE" b="1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Convenient car and van-sharing services available at 50 locations</a:t>
            </a:r>
            <a:endParaRPr lang="en-IE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Approximately 6,000 customers have benefited from this offering to date</a:t>
            </a:r>
            <a:endParaRPr lang="en-IE" dirty="0"/>
          </a:p>
        </p:txBody>
      </p:sp>
      <p:sp>
        <p:nvSpPr>
          <p:cNvPr id="39" name="Inhaltsplatzhalter 38">
            <a:extLst>
              <a:ext uri="{FF2B5EF4-FFF2-40B4-BE49-F238E27FC236}">
                <a16:creationId xmlns:a16="http://schemas.microsoft.com/office/drawing/2014/main" id="{A971D230-144D-438A-B2DF-2DB24058CB37}"/>
              </a:ext>
            </a:extLst>
          </p:cNvPr>
          <p:cNvSpPr>
            <a:spLocks noGrp="1"/>
          </p:cNvSpPr>
          <p:nvPr>
            <p:ph sz="half" idx="20"/>
            <p:custDataLst>
              <p:tags r:id="rId5"/>
            </p:custDataLst>
          </p:nvPr>
        </p:nvSpPr>
        <p:spPr bwMode="gray">
          <a:xfrm>
            <a:off x="6340425" y="3753072"/>
            <a:ext cx="2664016" cy="2447724"/>
          </a:xfrm>
        </p:spPr>
        <p:txBody>
          <a:bodyPr/>
          <a:lstStyle/>
          <a:p>
            <a:r>
              <a:rPr lang="en-IE" dirty="0" err="1"/>
              <a:t>OOHPod</a:t>
            </a:r>
            <a:r>
              <a:rPr lang="en-IE" dirty="0"/>
              <a:t> - Parcel Lockers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dirty="0"/>
              <a:t>24/7 accessible parcel lockers designed for maximum convenience</a:t>
            </a:r>
            <a:r>
              <a:rPr lang="en-IE" dirty="0"/>
              <a:t>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Subscription plan: €8.85/month for up to three 48-hour access sessions</a:t>
            </a:r>
            <a:r>
              <a:rPr lang="en-IE" dirty="0"/>
              <a:t> 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7CDB598-4146-4BAB-89C3-B766270D7A27}"/>
              </a:ext>
            </a:extLst>
          </p:cNvPr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 bwMode="gray">
          <a:xfrm>
            <a:off x="119265" y="3645572"/>
            <a:ext cx="2940729" cy="2447724"/>
          </a:xfrm>
        </p:spPr>
        <p:txBody>
          <a:bodyPr/>
          <a:lstStyle/>
          <a:p>
            <a:r>
              <a:rPr lang="en-IE" dirty="0"/>
              <a:t>Electric Vehicle Charging Points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Steady growth with ~72 charging stations operational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Utilized over 53,711 times in the past year, highlighting strong customer adoption</a:t>
            </a:r>
            <a:endParaRPr lang="en-IE" b="0" dirty="0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F7F5FF45-D24E-4525-BAF1-2F6E146AF6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227368" y="260680"/>
            <a:ext cx="11376645" cy="576000"/>
          </a:xfrm>
        </p:spPr>
        <p:txBody>
          <a:bodyPr/>
          <a:lstStyle/>
          <a:p>
            <a:br>
              <a:rPr lang="en-US" dirty="0"/>
            </a:br>
            <a:r>
              <a:rPr lang="en-US" b="1" dirty="0"/>
              <a:t>LIDL's Current Momentum and Future Opportunities</a:t>
            </a:r>
            <a:br>
              <a:rPr lang="en-US" dirty="0"/>
            </a:br>
            <a:endParaRPr lang="en-IE" dirty="0"/>
          </a:p>
        </p:txBody>
      </p:sp>
      <p:sp>
        <p:nvSpPr>
          <p:cNvPr id="33" name="Foliennummernplatzhalter 32">
            <a:extLst>
              <a:ext uri="{FF2B5EF4-FFF2-40B4-BE49-F238E27FC236}">
                <a16:creationId xmlns:a16="http://schemas.microsoft.com/office/drawing/2014/main" id="{D4C55535-8A98-4D01-82BB-59155F73D3E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/>
            <a:fld id="{8CFDFCC3-8B40-4EE5-B231-005F2F1C6A68}" type="slidenum">
              <a:rPr lang="en-IE" smtClean="0"/>
              <a:pPr algn="r"/>
              <a:t>18</a:t>
            </a:fld>
            <a:endParaRPr lang="en-IE"/>
          </a:p>
        </p:txBody>
      </p:sp>
      <p:pic>
        <p:nvPicPr>
          <p:cNvPr id="8" name="Picture Placeholder 7" descr="A car at a charging station&#10;&#10;Description automatically generated">
            <a:extLst>
              <a:ext uri="{FF2B5EF4-FFF2-40B4-BE49-F238E27FC236}">
                <a16:creationId xmlns:a16="http://schemas.microsoft.com/office/drawing/2014/main" id="{FEEDACEB-DD14-C8F9-5303-2758330C1D1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86" b="5386"/>
          <a:stretch>
            <a:fillRect/>
          </a:stretch>
        </p:blipFill>
        <p:spPr>
          <a:xfrm>
            <a:off x="16447" y="1556791"/>
            <a:ext cx="3059995" cy="180077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2" name="Picture Placeholder 21" descr="A person and person standing next to a shopping cart&#10;&#10;Description automatically generated">
            <a:extLst>
              <a:ext uri="{FF2B5EF4-FFF2-40B4-BE49-F238E27FC236}">
                <a16:creationId xmlns:a16="http://schemas.microsoft.com/office/drawing/2014/main" id="{F1C58793-95E9-3AB2-B3F4-48BFDF0C9CB8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57" b="5657"/>
          <a:stretch>
            <a:fillRect/>
          </a:stretch>
        </p:blipFill>
        <p:spPr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4" name="Picture Placeholder 23" descr="A logo with blue and black text&#10;&#10;Description automatically generated">
            <a:extLst>
              <a:ext uri="{FF2B5EF4-FFF2-40B4-BE49-F238E27FC236}">
                <a16:creationId xmlns:a16="http://schemas.microsoft.com/office/drawing/2014/main" id="{C514E5E1-45D2-F70A-D7E1-B18B3B2D6242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9298" y="1397933"/>
            <a:ext cx="2952702" cy="203106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" name="Picture Placeholder 19" descr="A group of cars parked in front of a store&#10;&#10;Description automatically generated">
            <a:extLst>
              <a:ext uri="{FF2B5EF4-FFF2-40B4-BE49-F238E27FC236}">
                <a16:creationId xmlns:a16="http://schemas.microsoft.com/office/drawing/2014/main" id="{D30CE8E5-E0DD-5E9B-0458-E8CD95BB8836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92" b="5792"/>
          <a:stretch>
            <a:fillRect/>
          </a:stretch>
        </p:blipFill>
        <p:spPr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5743842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4AF1AE7F-6704-4157-956D-02E0B1C2ECA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06" imgH="306" progId="TCLayout.ActiveDocument.1">
                  <p:embed/>
                </p:oleObj>
              </mc:Choice>
              <mc:Fallback>
                <p:oleObj name="think-cell Slide" r:id="rId7" imgW="306" imgH="306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4AF1AE7F-6704-4157-956D-02E0B1C2EC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>
            <a:extLst>
              <a:ext uri="{FF2B5EF4-FFF2-40B4-BE49-F238E27FC236}">
                <a16:creationId xmlns:a16="http://schemas.microsoft.com/office/drawing/2014/main" id="{73BB9FE7-5215-444D-91A1-190391382D46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gradFill>
            <a:gsLst>
              <a:gs pos="0">
                <a:srgbClr val="006FB9"/>
              </a:gs>
              <a:gs pos="60000">
                <a:srgbClr val="0050AA"/>
              </a:gs>
              <a:gs pos="100000">
                <a:srgbClr val="003565"/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de-DE" sz="4800" b="1" dirty="0">
              <a:solidFill>
                <a:schemeClr val="bg1"/>
              </a:solidFill>
              <a:latin typeface="Lidl Font Pro" panose="02000000000000000000" charset="0"/>
              <a:ea typeface="+mj-ea"/>
              <a:cs typeface="+mj-cs"/>
              <a:sym typeface="Lidl Font Pro" panose="02000000000000000000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26D1679-7828-4D46-93D5-B0FBDAF5D7B8}"/>
              </a:ext>
            </a:extLst>
          </p:cNvPr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 bwMode="gray">
          <a:xfrm>
            <a:off x="1343472" y="4077072"/>
            <a:ext cx="8856000" cy="576000"/>
          </a:xfrm>
        </p:spPr>
        <p:txBody>
          <a:bodyPr/>
          <a:lstStyle/>
          <a:p>
            <a:r>
              <a:rPr lang="en-IE" dirty="0"/>
              <a:t>Thank you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766691F-4F93-4243-B014-4CC0B6C5F1CF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 bwMode="gray">
          <a:xfrm>
            <a:off x="1343472" y="4725160"/>
            <a:ext cx="8856000" cy="720000"/>
          </a:xfrm>
        </p:spPr>
        <p:txBody>
          <a:bodyPr/>
          <a:lstStyle/>
          <a:p>
            <a:r>
              <a:rPr lang="en-IE" dirty="0"/>
              <a:t>Open for questions!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9A5898C-F470-449C-A79D-C9756B1C60E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624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37035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iekt 16" hidden="1">
            <a:extLst>
              <a:ext uri="{FF2B5EF4-FFF2-40B4-BE49-F238E27FC236}">
                <a16:creationId xmlns:a16="http://schemas.microsoft.com/office/drawing/2014/main" id="{B23FA7E7-0FE7-433C-A11F-20E2305C5AD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17" name="Obiekt 16" hidden="1">
                        <a:extLst>
                          <a:ext uri="{FF2B5EF4-FFF2-40B4-BE49-F238E27FC236}">
                            <a16:creationId xmlns:a16="http://schemas.microsoft.com/office/drawing/2014/main" id="{B23FA7E7-0FE7-433C-A11F-20E2305C5A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Symbol zastępczy tekstu 22">
            <a:extLst>
              <a:ext uri="{FF2B5EF4-FFF2-40B4-BE49-F238E27FC236}">
                <a16:creationId xmlns:a16="http://schemas.microsoft.com/office/drawing/2014/main" id="{3E4FED36-C880-403F-AB9F-A44991BFC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408632" y="404696"/>
            <a:ext cx="11376000" cy="288000"/>
          </a:xfrm>
        </p:spPr>
        <p:txBody>
          <a:bodyPr/>
          <a:lstStyle/>
          <a:p>
            <a:r>
              <a:rPr lang="en-IE" dirty="0"/>
              <a:t>Appendix 1  - List of Irish brands to consider it for further consideration to blend it with the overall concept of Wellness Zone</a:t>
            </a:r>
          </a:p>
        </p:txBody>
      </p:sp>
      <p:sp>
        <p:nvSpPr>
          <p:cNvPr id="30" name="Symbol zastępczy tekstu 29">
            <a:extLst>
              <a:ext uri="{FF2B5EF4-FFF2-40B4-BE49-F238E27FC236}">
                <a16:creationId xmlns:a16="http://schemas.microsoft.com/office/drawing/2014/main" id="{80F02D0C-09E8-43C7-8E77-93C2C757A571}"/>
              </a:ext>
            </a:extLst>
          </p:cNvPr>
          <p:cNvSpPr>
            <a:spLocks noGrp="1"/>
          </p:cNvSpPr>
          <p:nvPr>
            <p:ph type="body" sz="quarter" idx="24"/>
            <p:custDataLst>
              <p:tags r:id="rId2"/>
            </p:custDataLst>
          </p:nvPr>
        </p:nvSpPr>
        <p:spPr bwMode="gray">
          <a:xfrm>
            <a:off x="1056085" y="1520788"/>
            <a:ext cx="10728000" cy="576000"/>
          </a:xfrm>
        </p:spPr>
        <p:txBody>
          <a:bodyPr/>
          <a:lstStyle/>
          <a:p>
            <a:r>
              <a:rPr lang="en-IE" sz="2000" dirty="0"/>
              <a:t>One nutrition – Superfoods and Wellness products</a:t>
            </a:r>
            <a:br>
              <a:rPr lang="en-IE" sz="2000" dirty="0"/>
            </a:br>
            <a:r>
              <a:rPr lang="en-IE" sz="2000" dirty="0"/>
              <a:t>https://www.onenutrition.ie/</a:t>
            </a:r>
            <a:br>
              <a:rPr lang="en-IE" sz="2000" dirty="0"/>
            </a:br>
            <a:endParaRPr lang="en-IE" sz="2000" dirty="0"/>
          </a:p>
          <a:p>
            <a:r>
              <a:rPr lang="en-IE" sz="2000" b="1" dirty="0" err="1"/>
              <a:t>BiaSol</a:t>
            </a:r>
            <a:r>
              <a:rPr lang="en-IE" sz="2000" b="1" dirty="0"/>
              <a:t> – Granola and Oat Based healthy snacking products</a:t>
            </a:r>
            <a:br>
              <a:rPr lang="en-IE" sz="2000" b="1" dirty="0"/>
            </a:br>
            <a:r>
              <a:rPr lang="en-IE" sz="2000" dirty="0"/>
              <a:t>https://www.biasol.ie/</a:t>
            </a:r>
            <a:br>
              <a:rPr lang="en-IE" sz="2000" b="1" dirty="0"/>
            </a:br>
            <a:endParaRPr lang="en-IE" sz="2000" b="1" dirty="0"/>
          </a:p>
          <a:p>
            <a:r>
              <a:rPr lang="en-IE" sz="2000" b="1" dirty="0"/>
              <a:t>Good4U – </a:t>
            </a:r>
            <a:r>
              <a:rPr lang="en-IE" sz="2000" b="1" dirty="0" err="1"/>
              <a:t>SuperGreens</a:t>
            </a:r>
            <a:r>
              <a:rPr lang="en-IE" sz="2000" b="1" dirty="0"/>
              <a:t> and Seeds, Salad toppers &amp; Sprouts</a:t>
            </a:r>
          </a:p>
          <a:p>
            <a:r>
              <a:rPr lang="en-IE" sz="2000" dirty="0"/>
              <a:t>https://good4u.co/</a:t>
            </a:r>
            <a:br>
              <a:rPr lang="en-IE" sz="2000" b="1" dirty="0"/>
            </a:br>
            <a:br>
              <a:rPr lang="en-IE" sz="2000" b="1" dirty="0"/>
            </a:br>
            <a:r>
              <a:rPr lang="en-IE" sz="2000" b="1" dirty="0"/>
              <a:t>Solaris Botanicals – Different types of teas to heal different parts of the body   </a:t>
            </a:r>
            <a:br>
              <a:rPr lang="en-IE" sz="2000" b="1" dirty="0"/>
            </a:br>
            <a:r>
              <a:rPr lang="en-IE" sz="2000" dirty="0"/>
              <a:t>https://solarisbotanicals.com/</a:t>
            </a:r>
            <a:br>
              <a:rPr lang="en-IE" sz="2000" b="1" dirty="0"/>
            </a:br>
            <a:endParaRPr lang="en-IE" sz="2000" b="1" dirty="0"/>
          </a:p>
          <a:p>
            <a:endParaRPr lang="en-IE" sz="2000" b="1" dirty="0"/>
          </a:p>
          <a:p>
            <a:endParaRPr lang="en-IE" sz="2000" dirty="0"/>
          </a:p>
          <a:p>
            <a:r>
              <a:rPr lang="en-IE" sz="2000" dirty="0"/>
              <a:t> </a:t>
            </a:r>
          </a:p>
        </p:txBody>
      </p:sp>
      <p:sp>
        <p:nvSpPr>
          <p:cNvPr id="37" name="Foliennummernplatzhalter 36">
            <a:extLst>
              <a:ext uri="{FF2B5EF4-FFF2-40B4-BE49-F238E27FC236}">
                <a16:creationId xmlns:a16="http://schemas.microsoft.com/office/drawing/2014/main" id="{7A2B7623-B8B6-4AEB-98E2-2D918AC3A39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424013" y="6525368"/>
            <a:ext cx="360000" cy="216000"/>
          </a:xfrm>
        </p:spPr>
        <p:txBody>
          <a:bodyPr/>
          <a:lstStyle/>
          <a:p>
            <a:fld id="{8CFDFCC3-8B40-4EE5-B231-005F2F1C6A68}" type="slidenum">
              <a:rPr lang="en-IE" smtClean="0"/>
              <a:pPr/>
              <a:t>21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745637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E0C53-B347-12C8-097D-589A5BEEA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iekt 16" hidden="1">
            <a:extLst>
              <a:ext uri="{FF2B5EF4-FFF2-40B4-BE49-F238E27FC236}">
                <a16:creationId xmlns:a16="http://schemas.microsoft.com/office/drawing/2014/main" id="{FE203F39-17D8-E2D2-8DED-B1F5E9F7A2D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17" name="Obiekt 16" hidden="1">
                        <a:extLst>
                          <a:ext uri="{FF2B5EF4-FFF2-40B4-BE49-F238E27FC236}">
                            <a16:creationId xmlns:a16="http://schemas.microsoft.com/office/drawing/2014/main" id="{B23FA7E7-0FE7-433C-A11F-20E2305C5A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Symbol zastępczy tekstu 22">
            <a:extLst>
              <a:ext uri="{FF2B5EF4-FFF2-40B4-BE49-F238E27FC236}">
                <a16:creationId xmlns:a16="http://schemas.microsoft.com/office/drawing/2014/main" id="{D9BD2A03-7925-79E0-1D46-F17E9D6E76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408632" y="404696"/>
            <a:ext cx="11376000" cy="288000"/>
          </a:xfrm>
        </p:spPr>
        <p:txBody>
          <a:bodyPr/>
          <a:lstStyle/>
          <a:p>
            <a:r>
              <a:rPr lang="en-IE" dirty="0"/>
              <a:t>Appendix – 2 – Source/References </a:t>
            </a:r>
          </a:p>
        </p:txBody>
      </p:sp>
      <p:sp>
        <p:nvSpPr>
          <p:cNvPr id="30" name="Symbol zastępczy tekstu 29">
            <a:extLst>
              <a:ext uri="{FF2B5EF4-FFF2-40B4-BE49-F238E27FC236}">
                <a16:creationId xmlns:a16="http://schemas.microsoft.com/office/drawing/2014/main" id="{85C4E5B0-1A7D-009D-B898-64FCE695B29D}"/>
              </a:ext>
            </a:extLst>
          </p:cNvPr>
          <p:cNvSpPr>
            <a:spLocks noGrp="1"/>
          </p:cNvSpPr>
          <p:nvPr>
            <p:ph type="body" sz="quarter" idx="24"/>
            <p:custDataLst>
              <p:tags r:id="rId2"/>
            </p:custDataLst>
          </p:nvPr>
        </p:nvSpPr>
        <p:spPr bwMode="gray">
          <a:xfrm>
            <a:off x="408631" y="1052736"/>
            <a:ext cx="11375381" cy="576000"/>
          </a:xfrm>
        </p:spPr>
        <p:txBody>
          <a:bodyPr/>
          <a:lstStyle/>
          <a:p>
            <a:r>
              <a:rPr lang="en-IE" sz="2000" dirty="0"/>
              <a:t>Slide 4 –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000" dirty="0">
                <a:hlinkClick r:id="rId6"/>
              </a:rPr>
              <a:t>https://www.aware.ie/national-survey-2023/#:~:text=Anxiety%20rates%20also%20appear%20to,most%20likely%20to%20be%20affected</a:t>
            </a:r>
            <a:endParaRPr lang="en-I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000" dirty="0">
                <a:hlinkClick r:id="rId7"/>
              </a:rPr>
              <a:t>https://www.mentalhealthireland.ie/research/</a:t>
            </a:r>
            <a:endParaRPr lang="en-I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000" dirty="0">
                <a:hlinkClick r:id="rId8"/>
              </a:rPr>
              <a:t>https://www.breakingnews.ie/ireland/more-than-a-third-of-people-in-ireland-stressed-in-daily-lives-1680209.html#:~:text=More%20than%20a%20third%20of%20people%20in%20Ireland%20say%20they,age%20group%20feeling%20the%20strain</a:t>
            </a:r>
            <a:r>
              <a:rPr lang="en-IE" sz="2000" dirty="0"/>
              <a:t>.</a:t>
            </a:r>
          </a:p>
          <a:p>
            <a:endParaRPr lang="en-I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2000" dirty="0"/>
          </a:p>
          <a:p>
            <a:r>
              <a:rPr lang="en-IE" sz="2000" dirty="0"/>
              <a:t>Slide 12 –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000" dirty="0">
                <a:hlinkClick r:id="rId9"/>
              </a:rPr>
              <a:t>https://eire.fandom.com/wiki/List_of_Irish_counties_by_population</a:t>
            </a:r>
            <a:endParaRPr lang="en-IE" sz="2000" dirty="0"/>
          </a:p>
          <a:p>
            <a:endParaRPr lang="en-IE" sz="2000" dirty="0"/>
          </a:p>
          <a:p>
            <a:r>
              <a:rPr lang="en-IE" sz="2000" dirty="0"/>
              <a:t>Slide 18 –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000" dirty="0">
                <a:hlinkClick r:id="rId10"/>
              </a:rPr>
              <a:t>https://www.lidl.ie/c/electric-vehicle-charging-points/s10020571</a:t>
            </a:r>
            <a:endParaRPr lang="en-I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000" dirty="0">
                <a:hlinkClick r:id="rId11"/>
              </a:rPr>
              <a:t>https://www.oohpod.com/blog/lidl-joins-forces-with-oohpod</a:t>
            </a:r>
            <a:endParaRPr lang="en-I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000" dirty="0"/>
              <a:t>https://www.lidl.ie/c/go-car/s10027539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2000" dirty="0"/>
          </a:p>
        </p:txBody>
      </p:sp>
      <p:sp>
        <p:nvSpPr>
          <p:cNvPr id="37" name="Foliennummernplatzhalter 36">
            <a:extLst>
              <a:ext uri="{FF2B5EF4-FFF2-40B4-BE49-F238E27FC236}">
                <a16:creationId xmlns:a16="http://schemas.microsoft.com/office/drawing/2014/main" id="{96136BDF-E385-BD57-8B52-9DD311FDA325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424013" y="6525368"/>
            <a:ext cx="360000" cy="216000"/>
          </a:xfrm>
        </p:spPr>
        <p:txBody>
          <a:bodyPr/>
          <a:lstStyle/>
          <a:p>
            <a:fld id="{8CFDFCC3-8B40-4EE5-B231-005F2F1C6A68}" type="slidenum">
              <a:rPr lang="en-IE" smtClean="0"/>
              <a:pPr/>
              <a:t>22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779020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NDO_REDO_REVISION" val="0"/>
  <p:tag name="DEFAULTLANGUAGEID" val="1031"/>
  <p:tag name="VCT_SHOW_CA" val="False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8.6rAp3NnqIxy_Aw1ETcA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8.6rAp3NnqIxy_Aw1ETcA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ALNftizJnh1QAbbPxigo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T6B_oHZAeDPEzSO6cNQy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GjRQ_By0g.GwGEWeFvf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T6B_oHZAeDPEzSO6cNQy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N2ys_xwKOpoJL2rfuP3n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T6B_oHZAeDPEzSO6cNQy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.B3YQepnA0jFRr9ZZ..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T6B_oHZAeDPEzSO6cNQy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TDAiRcRoHj35EiklzSWi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  <p:tag name="VCT-ANGLE" val="6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  <p:tag name="VCT-ANGLE" val="6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  <p:tag name="VCT-ANGLE" val="6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  <p:tag name="VCT-ANGLE" val="6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  <p:tag name="VCT-ANGLE" val="6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  <p:tag name="VCT-ANGLE" val="6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  <p:tag name="VCT-ANGLE" val="6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  <p:tag name="VCT-ANGLE" val="6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  <p:tag name="VCT-ANGLE" val="6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  <p:tag name="VCT-ANGLE" val="6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  <p:tag name="VCT-ANGLE" val="6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  <p:tag name="VCT-ANGLE" val="6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T6B_oHZAeDPEzSO6cNQy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tSFhL.3.sm.LO5FCRVRK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T6B_oHZAeDPEzSO6cNQy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  <p:tag name="VCT-ANGLE" val="6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zJDul6eAyEjVveJQVQGi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  <p:tag name="VCT-ANGLE" val="6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  <p:tag name="VCT-ANGLE" val="6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  <p:tag name="VCT-ANGLE" val="6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  <p:tag name="VCT-ANGLE" val="6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  <p:tag name="VCT-ANGLE" val="6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  <p:tag name="VCT-ANGLE" val="6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  <p:tag name="VCT-ANGLE" val="6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  <p:tag name="VCT-ANGLE" val="6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T6B_oHZAeDPEzSO6cNQy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VkP1AQd.NU_M_rHgSqMr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  <p:tag name="VCT-ANGLE" val="60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  <p:tag name="VCT-ANGLE" val="60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  <p:tag name="VCT-ANGLE" val="6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  <p:tag name="VCT-ANGLE" val="60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T6B_oHZAeDPEzSO6cNQyg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tytXp1a_P_LFMfJc2AegQ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foN8a3REGJpXAD.rbKi7g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heme/theme1.xml><?xml version="1.0" encoding="utf-8"?>
<a:theme xmlns:a="http://schemas.openxmlformats.org/drawingml/2006/main" name="Lidl Master">
  <a:themeElements>
    <a:clrScheme name="Lidl">
      <a:dk1>
        <a:srgbClr val="0050AA"/>
      </a:dk1>
      <a:lt1>
        <a:sysClr val="window" lastClr="FFFFFF"/>
      </a:lt1>
      <a:dk2>
        <a:srgbClr val="E60A14"/>
      </a:dk2>
      <a:lt2>
        <a:srgbClr val="FFF000"/>
      </a:lt2>
      <a:accent1>
        <a:srgbClr val="E4B900"/>
      </a:accent1>
      <a:accent2>
        <a:srgbClr val="CA144B"/>
      </a:accent2>
      <a:accent3>
        <a:srgbClr val="63AF89"/>
      </a:accent3>
      <a:accent4>
        <a:srgbClr val="3C83A2"/>
      </a:accent4>
      <a:accent5>
        <a:srgbClr val="D8671B"/>
      </a:accent5>
      <a:accent6>
        <a:srgbClr val="6F9D2D"/>
      </a:accent6>
      <a:hlink>
        <a:srgbClr val="0050AA"/>
      </a:hlink>
      <a:folHlink>
        <a:srgbClr val="0050AA"/>
      </a:folHlink>
    </a:clrScheme>
    <a:fontScheme name="Lidl">
      <a:majorFont>
        <a:latin typeface="Lidl Font Pro"/>
        <a:ea typeface=""/>
        <a:cs typeface=""/>
      </a:majorFont>
      <a:minorFont>
        <a:latin typeface="Lidl Fon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gradFill>
          <a:gsLst>
            <a:gs pos="0">
              <a:srgbClr val="006FB9"/>
            </a:gs>
            <a:gs pos="60000">
              <a:srgbClr val="0050AA"/>
            </a:gs>
            <a:gs pos="100000">
              <a:srgbClr val="003565"/>
            </a:gs>
          </a:gsLst>
          <a:lin ang="0" scaled="0"/>
        </a:gradFill>
        <a:ln w="6350">
          <a:noFill/>
        </a:ln>
      </a:spPr>
      <a:bodyPr rtlCol="0" anchor="ctr"/>
      <a:lstStyle>
        <a:defPPr algn="ctr">
          <a:defRPr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/>
    </a:txDef>
  </a:objectDefaults>
  <a:extraClrSchemeLst/>
  <a:custClrLst>
    <a:custClr name="Blau-Verlauf 1">
      <a:srgbClr val="003565"/>
    </a:custClr>
    <a:custClr name="Rot-Verlauf 1">
      <a:srgbClr val="730F05"/>
    </a:custClr>
    <a:custClr name="Gelb-Verlauf 1">
      <a:srgbClr val="FFA000"/>
    </a:custClr>
    <a:custClr>
      <a:srgbClr val="FFFFFF"/>
    </a:custClr>
    <a:custClr name="Diagrammfarbe 1 | 50%">
      <a:srgbClr val="F3DB96"/>
    </a:custClr>
    <a:custClr name="Diagrammfarbe 2 | 50%">
      <a:srgbClr val="E5979C"/>
    </a:custClr>
    <a:custClr name="Diagrammfarbe 3 | 50%">
      <a:srgbClr val="BBD7C4"/>
    </a:custClr>
    <a:custClr name="Diagrammfarbe 4 | 50%">
      <a:srgbClr val="A7BCCF"/>
    </a:custClr>
    <a:custClr name="Diagrammfarbe 5 | 50%">
      <a:srgbClr val="EDB689"/>
    </a:custClr>
    <a:custClr name="Diagrammfarbe 6 | 50%">
      <a:srgbClr val="BDCC95"/>
    </a:custClr>
    <a:custClr name="Blau-Verlauf 2">
      <a:srgbClr val="0050AA"/>
    </a:custClr>
    <a:custClr name="Rot-Verlauf 2">
      <a:srgbClr val="E60A14"/>
    </a:custClr>
    <a:custClr name="Gelb-Verlauf 2">
      <a:srgbClr val="FFF000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8A8197"/>
    </a:custClr>
    <a:custClr>
      <a:srgbClr val="000000"/>
    </a:custClr>
    <a:custClr name="Blau-Verlauf 3">
      <a:srgbClr val="006FB9"/>
    </a:custClr>
    <a:custClr name="Rot-Verlauf 3">
      <a:srgbClr val="E63C14"/>
    </a:custClr>
    <a:custClr name="Gelb-Verlauf 3">
      <a:srgbClr val="FFF055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1 Lidl PPT Master IE EN" id="{8846ACAE-6301-4835-8571-27B51652B1CF}" vid="{3A22B3C2-15E4-4605-A717-C684F049BC64}"/>
    </a:ext>
  </a:extLst>
</a:theme>
</file>

<file path=ppt/theme/theme2.xml><?xml version="1.0" encoding="utf-8"?>
<a:theme xmlns:a="http://schemas.openxmlformats.org/drawingml/2006/main" name="Office">
  <a:themeElements>
    <a:clrScheme name="Lidl">
      <a:dk1>
        <a:srgbClr val="0050AA"/>
      </a:dk1>
      <a:lt1>
        <a:sysClr val="window" lastClr="FFFFFF"/>
      </a:lt1>
      <a:dk2>
        <a:srgbClr val="E60A14"/>
      </a:dk2>
      <a:lt2>
        <a:srgbClr val="FFF000"/>
      </a:lt2>
      <a:accent1>
        <a:srgbClr val="3E7D9A"/>
      </a:accent1>
      <a:accent2>
        <a:srgbClr val="DFAB00"/>
      </a:accent2>
      <a:accent3>
        <a:srgbClr val="8A8197"/>
      </a:accent3>
      <a:accent4>
        <a:srgbClr val="61AF88"/>
      </a:accent4>
      <a:accent5>
        <a:srgbClr val="D76687"/>
      </a:accent5>
      <a:accent6>
        <a:srgbClr val="EBE5D1"/>
      </a:accent6>
      <a:hlink>
        <a:srgbClr val="0050AA"/>
      </a:hlink>
      <a:folHlink>
        <a:srgbClr val="0050AA"/>
      </a:folHlink>
    </a:clrScheme>
    <a:fontScheme name="Lidl">
      <a:majorFont>
        <a:latin typeface="Lidl Font Pro Semibold"/>
        <a:ea typeface=""/>
        <a:cs typeface=""/>
      </a:majorFont>
      <a:minorFont>
        <a:latin typeface="Lidl Fon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Lidl">
      <a:dk1>
        <a:srgbClr val="0050AA"/>
      </a:dk1>
      <a:lt1>
        <a:sysClr val="window" lastClr="FFFFFF"/>
      </a:lt1>
      <a:dk2>
        <a:srgbClr val="E60A14"/>
      </a:dk2>
      <a:lt2>
        <a:srgbClr val="FFF000"/>
      </a:lt2>
      <a:accent1>
        <a:srgbClr val="3E7D9A"/>
      </a:accent1>
      <a:accent2>
        <a:srgbClr val="DFAB00"/>
      </a:accent2>
      <a:accent3>
        <a:srgbClr val="8A8197"/>
      </a:accent3>
      <a:accent4>
        <a:srgbClr val="61AF88"/>
      </a:accent4>
      <a:accent5>
        <a:srgbClr val="D76687"/>
      </a:accent5>
      <a:accent6>
        <a:srgbClr val="EBE5D1"/>
      </a:accent6>
      <a:hlink>
        <a:srgbClr val="0050AA"/>
      </a:hlink>
      <a:folHlink>
        <a:srgbClr val="0050AA"/>
      </a:folHlink>
    </a:clrScheme>
    <a:fontScheme name="Lidl">
      <a:majorFont>
        <a:latin typeface="Lidl Font Pro Semibold"/>
        <a:ea typeface=""/>
        <a:cs typeface=""/>
      </a:majorFont>
      <a:minorFont>
        <a:latin typeface="Lidl Fon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772E77FE3346A49873FAAC870391BD1" ma:contentTypeVersion="2" ma:contentTypeDescription="Ein neues Dokument erstellen." ma:contentTypeScope="" ma:versionID="3d6895ab14f3bae7792d1ee7a973e519">
  <xsd:schema xmlns:xsd="http://www.w3.org/2001/XMLSchema" xmlns:xs="http://www.w3.org/2001/XMLSchema" xmlns:p="http://schemas.microsoft.com/office/2006/metadata/properties" xmlns:ns2="f982cf88-cc58-4d14-9e52-b0a9b43dbd2b" targetNamespace="http://schemas.microsoft.com/office/2006/metadata/properties" ma:root="true" ma:fieldsID="168c62deff5e416130781e8448332a5f" ns2:_="">
    <xsd:import namespace="f982cf88-cc58-4d14-9e52-b0a9b43dbd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82cf88-cc58-4d14-9e52-b0a9b43dbd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F3BD10E-A445-4B79-8425-7E6BC305B712}">
  <ds:schemaRefs>
    <ds:schemaRef ds:uri="http://schemas.microsoft.com/office/2006/documentManagement/types"/>
    <ds:schemaRef ds:uri="f982cf88-cc58-4d14-9e52-b0a9b43dbd2b"/>
    <ds:schemaRef ds:uri="http://purl.org/dc/elements/1.1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3D10FE8-49C4-46FB-90B2-2AF7A9A70510}">
  <ds:schemaRefs>
    <ds:schemaRef ds:uri="f982cf88-cc58-4d14-9e52-b0a9b43dbd2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1E20221-13A7-4721-A09B-C11BA38106B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Lidl Internal PowerPoint Template</Template>
  <TotalTime>2315</TotalTime>
  <Words>1465</Words>
  <Application>Microsoft Office PowerPoint</Application>
  <PresentationFormat>Widescreen</PresentationFormat>
  <Paragraphs>246</Paragraphs>
  <Slides>22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Lidl Font Pro</vt:lpstr>
      <vt:lpstr>Symbol</vt:lpstr>
      <vt:lpstr>Wingdings</vt:lpstr>
      <vt:lpstr>Lidl Master</vt:lpstr>
      <vt:lpstr>think-cell Slide</vt:lpstr>
      <vt:lpstr>Introducing “LIDL – The Wellness Zone ”</vt:lpstr>
      <vt:lpstr>Table of contents</vt:lpstr>
      <vt:lpstr>Market Problem Overview  </vt:lpstr>
      <vt:lpstr>“What Does the Research Say?” </vt:lpstr>
      <vt:lpstr>Why Collaborate with “Wellness space Brands”? </vt:lpstr>
      <vt:lpstr>Introducing RelaxSpace Wellness Pods </vt:lpstr>
      <vt:lpstr>What’s in it for LIDL Customers? </vt:lpstr>
      <vt:lpstr>PowerPoint Presentation</vt:lpstr>
      <vt:lpstr>Implementation Plan </vt:lpstr>
      <vt:lpstr>The Four Step Plan </vt:lpstr>
      <vt:lpstr>Revenue Estimations </vt:lpstr>
      <vt:lpstr>Estimated Revenue Per Store </vt:lpstr>
      <vt:lpstr>Implementation challenges </vt:lpstr>
      <vt:lpstr>Key challenges </vt:lpstr>
      <vt:lpstr>Marketing promotions</vt:lpstr>
      <vt:lpstr>Customer Journey Funnel </vt:lpstr>
      <vt:lpstr>What’s in it for LIDL? </vt:lpstr>
      <vt:lpstr> LIDL's Current Momentum and Future Opportunities </vt:lpstr>
      <vt:lpstr>Thank you </vt:lpstr>
      <vt:lpstr>PowerPoint Presentation</vt:lpstr>
      <vt:lpstr>PowerPoint Presentation</vt:lpstr>
      <vt:lpstr>PowerPoint Presentation</vt:lpstr>
    </vt:vector>
  </TitlesOfParts>
  <Company>Lidl Stiftung &amp; Co. KG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Lidl PowerPoint Master Template</dc:title>
  <dc:creator>Scott Fay</dc:creator>
  <dc:description>Optimiert für Office 2016</dc:description>
  <cp:lastModifiedBy>Sohil Shah</cp:lastModifiedBy>
  <cp:revision>175</cp:revision>
  <dcterms:created xsi:type="dcterms:W3CDTF">2022-02-28T11:28:45Z</dcterms:created>
  <dcterms:modified xsi:type="dcterms:W3CDTF">2026-08-17T11:08:56Z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0x0101008772E77FE3346A49873FAAC870391BD1</vt:lpwstr>
  </property>
</Properties>
</file>